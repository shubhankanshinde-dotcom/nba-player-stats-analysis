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Raleway"/>
      <p:regular r:id="rId27"/>
      <p:bold r:id="rId28"/>
      <p:italic r:id="rId29"/>
      <p:boldItalic r:id="rId30"/>
    </p:embeddedFont>
    <p:embeddedFont>
      <p:font typeface="Hanken Grotesk"/>
      <p:regular r:id="rId31"/>
      <p:bold r:id="rId32"/>
      <p:italic r:id="rId33"/>
      <p:boldItalic r:id="rId34"/>
    </p:embeddedFont>
    <p:embeddedFont>
      <p:font typeface="Nunito"/>
      <p:regular r:id="rId35"/>
      <p:bold r:id="rId36"/>
      <p:italic r:id="rId37"/>
      <p:boldItalic r:id="rId38"/>
    </p:embeddedFont>
    <p:embeddedFont>
      <p:font typeface="Poppins"/>
      <p:regular r:id="rId39"/>
      <p:bold r:id="rId40"/>
      <p:italic r:id="rId41"/>
      <p:boldItalic r:id="rId42"/>
    </p:embeddedFont>
    <p:embeddedFont>
      <p:font typeface="Poppins Black"/>
      <p:bold r:id="rId43"/>
      <p:boldItalic r:id="rId44"/>
    </p:embeddedFont>
    <p:embeddedFont>
      <p:font typeface="Helvetica Neue"/>
      <p:regular r:id="rId45"/>
      <p:bold r:id="rId46"/>
      <p:italic r:id="rId47"/>
      <p:boldItalic r:id="rId48"/>
    </p:embeddedFont>
    <p:embeddedFont>
      <p:font typeface="Barlow"/>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oppins-bold.fntdata"/><Relationship Id="rId42" Type="http://schemas.openxmlformats.org/officeDocument/2006/relationships/font" Target="fonts/Poppins-boldItalic.fntdata"/><Relationship Id="rId41" Type="http://schemas.openxmlformats.org/officeDocument/2006/relationships/font" Target="fonts/Poppins-italic.fntdata"/><Relationship Id="rId44" Type="http://schemas.openxmlformats.org/officeDocument/2006/relationships/font" Target="fonts/PoppinsBlack-boldItalic.fntdata"/><Relationship Id="rId43" Type="http://schemas.openxmlformats.org/officeDocument/2006/relationships/font" Target="fonts/PoppinsBlack-bold.fntdata"/><Relationship Id="rId46" Type="http://schemas.openxmlformats.org/officeDocument/2006/relationships/font" Target="fonts/HelveticaNeue-bold.fntdata"/><Relationship Id="rId45" Type="http://schemas.openxmlformats.org/officeDocument/2006/relationships/font" Target="fonts/HelveticaNeu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font" Target="fonts/HelveticaNeue-boldItalic.fntdata"/><Relationship Id="rId47" Type="http://schemas.openxmlformats.org/officeDocument/2006/relationships/font" Target="fonts/HelveticaNeue-italic.fntdata"/><Relationship Id="rId49" Type="http://schemas.openxmlformats.org/officeDocument/2006/relationships/font" Target="fonts/Barlow-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HankenGrotesk-regular.fntdata"/><Relationship Id="rId30" Type="http://schemas.openxmlformats.org/officeDocument/2006/relationships/font" Target="fonts/Raleway-boldItalic.fntdata"/><Relationship Id="rId33" Type="http://schemas.openxmlformats.org/officeDocument/2006/relationships/font" Target="fonts/HankenGrotesk-italic.fntdata"/><Relationship Id="rId32" Type="http://schemas.openxmlformats.org/officeDocument/2006/relationships/font" Target="fonts/HankenGrotesk-bold.fntdata"/><Relationship Id="rId35" Type="http://schemas.openxmlformats.org/officeDocument/2006/relationships/font" Target="fonts/Nunito-regular.fntdata"/><Relationship Id="rId34" Type="http://schemas.openxmlformats.org/officeDocument/2006/relationships/font" Target="fonts/HankenGrotesk-boldItalic.fntdata"/><Relationship Id="rId37" Type="http://schemas.openxmlformats.org/officeDocument/2006/relationships/font" Target="fonts/Nunito-italic.fntdata"/><Relationship Id="rId36" Type="http://schemas.openxmlformats.org/officeDocument/2006/relationships/font" Target="fonts/Nunito-bold.fntdata"/><Relationship Id="rId39" Type="http://schemas.openxmlformats.org/officeDocument/2006/relationships/font" Target="fonts/Poppins-regular.fntdata"/><Relationship Id="rId38" Type="http://schemas.openxmlformats.org/officeDocument/2006/relationships/font" Target="fonts/Nunito-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aleway-bold.fntdata"/><Relationship Id="rId27" Type="http://schemas.openxmlformats.org/officeDocument/2006/relationships/font" Target="fonts/Raleway-regular.fntdata"/><Relationship Id="rId29" Type="http://schemas.openxmlformats.org/officeDocument/2006/relationships/font" Target="fonts/Raleway-italic.fntdata"/><Relationship Id="rId51" Type="http://schemas.openxmlformats.org/officeDocument/2006/relationships/font" Target="fonts/Barlow-italic.fntdata"/><Relationship Id="rId50" Type="http://schemas.openxmlformats.org/officeDocument/2006/relationships/font" Target="fonts/Barlow-bold.fntdata"/><Relationship Id="rId52" Type="http://schemas.openxmlformats.org/officeDocument/2006/relationships/font" Target="fonts/Barlow-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35" name="Google Shape;33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6" name="Google Shape;34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t/>
            </a:r>
            <a:endParaRPr/>
          </a:p>
        </p:txBody>
      </p:sp>
      <p:sp>
        <p:nvSpPr>
          <p:cNvPr id="347" name="Google Shape;34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8" name="Google Shape;37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4" name="Google Shape;38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1" name="Google Shape;4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7" name="Google Shape;427;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3" name="Google Shape;50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9" name="Google Shape;53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0" name="Google Shape;550;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6" name="Google Shape;55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 name="Google Shape;22;p2"/>
          <p:cNvGrpSpPr/>
          <p:nvPr/>
        </p:nvGrpSpPr>
        <p:grpSpPr>
          <a:xfrm>
            <a:off x="7057468" y="5088"/>
            <a:ext cx="1851281" cy="752108"/>
            <a:chOff x="6917201" y="0"/>
            <a:chExt cx="2227776"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 name="Google Shape;26;p2"/>
          <p:cNvGrpSpPr/>
          <p:nvPr/>
        </p:nvGrpSpPr>
        <p:grpSpPr>
          <a:xfrm>
            <a:off x="6553032" y="4217852"/>
            <a:ext cx="2389067" cy="925737"/>
            <a:chOff x="6917201" y="0"/>
            <a:chExt cx="2227776"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 name="Google Shape;30;p2"/>
          <p:cNvGrpSpPr/>
          <p:nvPr/>
        </p:nvGrpSpPr>
        <p:grpSpPr>
          <a:xfrm>
            <a:off x="199149" y="4055652"/>
            <a:ext cx="2795413" cy="1083308"/>
            <a:chOff x="6917201" y="0"/>
            <a:chExt cx="2227776"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4" name="Google Shape;34;p2"/>
          <p:cNvSpPr txBox="1"/>
          <p:nvPr>
            <p:ph type="ctrTitle"/>
          </p:nvPr>
        </p:nvSpPr>
        <p:spPr>
          <a:xfrm>
            <a:off x="1858703" y="1822833"/>
            <a:ext cx="5361300" cy="1448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7" name="Shape 37"/>
        <p:cNvGrpSpPr/>
        <p:nvPr/>
      </p:nvGrpSpPr>
      <p:grpSpPr>
        <a:xfrm>
          <a:off x="0" y="0"/>
          <a:ext cx="0" cy="0"/>
          <a:chOff x="0" y="0"/>
          <a:chExt cx="0" cy="0"/>
        </a:xfrm>
      </p:grpSpPr>
      <p:sp>
        <p:nvSpPr>
          <p:cNvPr id="38" name="Google Shape;38;p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39" name="Shape 39"/>
        <p:cNvGrpSpPr/>
        <p:nvPr/>
      </p:nvGrpSpPr>
      <p:grpSpPr>
        <a:xfrm>
          <a:off x="0" y="0"/>
          <a:ext cx="0" cy="0"/>
          <a:chOff x="0" y="0"/>
          <a:chExt cx="0" cy="0"/>
        </a:xfrm>
      </p:grpSpPr>
      <p:sp>
        <p:nvSpPr>
          <p:cNvPr id="40" name="Google Shape;40;p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sz="26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41" name="Google Shape;41;p4"/>
          <p:cNvSpPr txBox="1"/>
          <p:nvPr>
            <p:ph idx="1" type="subTitle"/>
          </p:nvPr>
        </p:nvSpPr>
        <p:spPr>
          <a:xfrm>
            <a:off x="4755095" y="1667625"/>
            <a:ext cx="3040800" cy="210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42" name="Google Shape;42;p4"/>
          <p:cNvSpPr txBox="1"/>
          <p:nvPr>
            <p:ph idx="2" type="subTitle"/>
          </p:nvPr>
        </p:nvSpPr>
        <p:spPr>
          <a:xfrm>
            <a:off x="1348100" y="1667625"/>
            <a:ext cx="3040800" cy="210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43" name="Google Shape;43;p4"/>
          <p:cNvGrpSpPr/>
          <p:nvPr/>
        </p:nvGrpSpPr>
        <p:grpSpPr>
          <a:xfrm rot="10800000">
            <a:off x="-106737" y="-1645007"/>
            <a:ext cx="9548249" cy="7357519"/>
            <a:chOff x="-1311525" y="-1414418"/>
            <a:chExt cx="9548249" cy="7357519"/>
          </a:xfrm>
        </p:grpSpPr>
        <p:sp>
          <p:nvSpPr>
            <p:cNvPr id="44" name="Google Shape;44;p4"/>
            <p:cNvSpPr/>
            <p:nvPr/>
          </p:nvSpPr>
          <p:spPr>
            <a:xfrm rot="10800000">
              <a:off x="-1311525" y="-1414418"/>
              <a:ext cx="2805272" cy="1537408"/>
            </a:xfrm>
            <a:custGeom>
              <a:rect b="b" l="l" r="r" t="t"/>
              <a:pathLst>
                <a:path extrusionOk="0" h="48014" w="87610">
                  <a:moveTo>
                    <a:pt x="41297" y="0"/>
                  </a:moveTo>
                  <a:lnTo>
                    <a:pt x="9329" y="31926"/>
                  </a:lnTo>
                  <a:lnTo>
                    <a:pt x="0" y="31926"/>
                  </a:lnTo>
                  <a:lnTo>
                    <a:pt x="0" y="48014"/>
                  </a:lnTo>
                  <a:lnTo>
                    <a:pt x="87610" y="48014"/>
                  </a:lnTo>
                  <a:lnTo>
                    <a:pt x="87610"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
            <p:cNvSpPr/>
            <p:nvPr/>
          </p:nvSpPr>
          <p:spPr>
            <a:xfrm flipH="1">
              <a:off x="-1120750" y="4056069"/>
              <a:ext cx="9357474" cy="1887032"/>
            </a:xfrm>
            <a:custGeom>
              <a:rect b="b" l="l" r="r" t="t"/>
              <a:pathLst>
                <a:path extrusionOk="0" h="26774" w="13020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4"/>
          <p:cNvSpPr/>
          <p:nvPr/>
        </p:nvSpPr>
        <p:spPr>
          <a:xfrm flipH="1" rot="10800000">
            <a:off x="5675306" y="4959976"/>
            <a:ext cx="1006784" cy="183531"/>
          </a:xfrm>
          <a:custGeom>
            <a:rect b="b" l="l" r="r" t="t"/>
            <a:pathLst>
              <a:path extrusionOk="0" h="2889" w="15848">
                <a:moveTo>
                  <a:pt x="0" y="0"/>
                </a:moveTo>
                <a:lnTo>
                  <a:pt x="2889" y="2889"/>
                </a:lnTo>
                <a:lnTo>
                  <a:pt x="15847" y="2889"/>
                </a:lnTo>
                <a:lnTo>
                  <a:pt x="1295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7" name="Google Shape;47;p4"/>
          <p:cNvGrpSpPr/>
          <p:nvPr/>
        </p:nvGrpSpPr>
        <p:grpSpPr>
          <a:xfrm rot="10800000">
            <a:off x="-1228535" y="-1130233"/>
            <a:ext cx="11726682" cy="8568909"/>
            <a:chOff x="-2306160" y="-3140581"/>
            <a:chExt cx="11726682" cy="8568909"/>
          </a:xfrm>
        </p:grpSpPr>
        <p:sp>
          <p:nvSpPr>
            <p:cNvPr id="48" name="Google Shape;48;p4"/>
            <p:cNvSpPr/>
            <p:nvPr/>
          </p:nvSpPr>
          <p:spPr>
            <a:xfrm flipH="1" rot="10800000">
              <a:off x="-2306160" y="-3140581"/>
              <a:ext cx="5115407" cy="3017539"/>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4"/>
            <p:cNvSpPr/>
            <p:nvPr/>
          </p:nvSpPr>
          <p:spPr>
            <a:xfrm flipH="1" rot="10800000">
              <a:off x="7082099" y="4876491"/>
              <a:ext cx="1418251" cy="267006"/>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4"/>
            <p:cNvSpPr/>
            <p:nvPr/>
          </p:nvSpPr>
          <p:spPr>
            <a:xfrm>
              <a:off x="6615250" y="3890920"/>
              <a:ext cx="2805272" cy="1537408"/>
            </a:xfrm>
            <a:custGeom>
              <a:rect b="b" l="l" r="r" t="t"/>
              <a:pathLst>
                <a:path extrusionOk="0" h="48014" w="87610">
                  <a:moveTo>
                    <a:pt x="41297" y="0"/>
                  </a:moveTo>
                  <a:lnTo>
                    <a:pt x="9329" y="31926"/>
                  </a:lnTo>
                  <a:lnTo>
                    <a:pt x="0" y="31926"/>
                  </a:lnTo>
                  <a:lnTo>
                    <a:pt x="0" y="48014"/>
                  </a:lnTo>
                  <a:lnTo>
                    <a:pt x="87610" y="48014"/>
                  </a:lnTo>
                  <a:lnTo>
                    <a:pt x="8761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1" name="Google Shape;51;p4"/>
          <p:cNvGrpSpPr/>
          <p:nvPr/>
        </p:nvGrpSpPr>
        <p:grpSpPr>
          <a:xfrm flipH="1" rot="10800000">
            <a:off x="-1315487" y="4349468"/>
            <a:ext cx="3296400" cy="703111"/>
            <a:chOff x="-12" y="3628565"/>
            <a:chExt cx="3296400" cy="703111"/>
          </a:xfrm>
        </p:grpSpPr>
        <p:grpSp>
          <p:nvGrpSpPr>
            <p:cNvPr id="52" name="Google Shape;52;p4"/>
            <p:cNvGrpSpPr/>
            <p:nvPr/>
          </p:nvGrpSpPr>
          <p:grpSpPr>
            <a:xfrm>
              <a:off x="854867" y="3996669"/>
              <a:ext cx="1567047" cy="45661"/>
              <a:chOff x="1754675" y="2661275"/>
              <a:chExt cx="1945675" cy="56700"/>
            </a:xfrm>
          </p:grpSpPr>
          <p:cxnSp>
            <p:nvCxnSpPr>
              <p:cNvPr id="53" name="Google Shape;53;p4"/>
              <p:cNvCxnSpPr/>
              <p:nvPr/>
            </p:nvCxnSpPr>
            <p:spPr>
              <a:xfrm>
                <a:off x="1754675" y="2689625"/>
                <a:ext cx="1896000" cy="0"/>
              </a:xfrm>
              <a:prstGeom prst="straightConnector1">
                <a:avLst/>
              </a:prstGeom>
              <a:noFill/>
              <a:ln cap="flat" cmpd="sng" w="9525">
                <a:solidFill>
                  <a:schemeClr val="dk1"/>
                </a:solidFill>
                <a:prstDash val="solid"/>
                <a:round/>
                <a:headEnd len="sm" w="sm" type="none"/>
                <a:tailEnd len="sm" w="sm" type="none"/>
              </a:ln>
            </p:spPr>
          </p:cxnSp>
          <p:sp>
            <p:nvSpPr>
              <p:cNvPr id="54" name="Google Shape;54;p4"/>
              <p:cNvSpPr/>
              <p:nvPr/>
            </p:nvSpPr>
            <p:spPr>
              <a:xfrm>
                <a:off x="3643650" y="266127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5" name="Google Shape;55;p4"/>
            <p:cNvGrpSpPr/>
            <p:nvPr/>
          </p:nvGrpSpPr>
          <p:grpSpPr>
            <a:xfrm>
              <a:off x="518420" y="4195489"/>
              <a:ext cx="1561280" cy="136187"/>
              <a:chOff x="1754675" y="2824000"/>
              <a:chExt cx="4728285" cy="412439"/>
            </a:xfrm>
          </p:grpSpPr>
          <p:sp>
            <p:nvSpPr>
              <p:cNvPr id="56" name="Google Shape;56;p4"/>
              <p:cNvSpPr/>
              <p:nvPr/>
            </p:nvSpPr>
            <p:spPr>
              <a:xfrm>
                <a:off x="1754675" y="2824000"/>
                <a:ext cx="4593868" cy="355100"/>
              </a:xfrm>
              <a:custGeom>
                <a:rect b="b" l="l" r="r" t="t"/>
                <a:pathLst>
                  <a:path extrusionOk="0" h="5994" w="77550">
                    <a:moveTo>
                      <a:pt x="0" y="0"/>
                    </a:moveTo>
                    <a:lnTo>
                      <a:pt x="59202" y="0"/>
                    </a:lnTo>
                    <a:lnTo>
                      <a:pt x="65196" y="5994"/>
                    </a:lnTo>
                    <a:lnTo>
                      <a:pt x="77550" y="5994"/>
                    </a:lnTo>
                  </a:path>
                </a:pathLst>
              </a:custGeom>
              <a:noFill/>
              <a:ln cap="flat" cmpd="sng" w="9525">
                <a:solidFill>
                  <a:schemeClr val="dk1"/>
                </a:solidFill>
                <a:prstDash val="solid"/>
                <a:round/>
                <a:headEnd len="sm" w="sm" type="none"/>
                <a:tailEnd len="sm" w="sm" type="none"/>
              </a:ln>
            </p:spPr>
          </p:sp>
          <p:sp>
            <p:nvSpPr>
              <p:cNvPr id="57" name="Google Shape;57;p4"/>
              <p:cNvSpPr/>
              <p:nvPr/>
            </p:nvSpPr>
            <p:spPr>
              <a:xfrm>
                <a:off x="6348560" y="3102039"/>
                <a:ext cx="134400" cy="13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 name="Google Shape;58;p4"/>
            <p:cNvGrpSpPr/>
            <p:nvPr/>
          </p:nvGrpSpPr>
          <p:grpSpPr>
            <a:xfrm>
              <a:off x="226304" y="3764889"/>
              <a:ext cx="3070084" cy="102363"/>
              <a:chOff x="1779150" y="2604263"/>
              <a:chExt cx="3811875" cy="127112"/>
            </a:xfrm>
          </p:grpSpPr>
          <p:sp>
            <p:nvSpPr>
              <p:cNvPr id="59" name="Google Shape;59;p4"/>
              <p:cNvSpPr/>
              <p:nvPr/>
            </p:nvSpPr>
            <p:spPr>
              <a:xfrm>
                <a:off x="1779150" y="2630450"/>
                <a:ext cx="3755175" cy="100925"/>
              </a:xfrm>
              <a:custGeom>
                <a:rect b="b" l="l" r="r" t="t"/>
                <a:pathLst>
                  <a:path extrusionOk="0" h="4037" w="150207">
                    <a:moveTo>
                      <a:pt x="0" y="4037"/>
                    </a:moveTo>
                    <a:lnTo>
                      <a:pt x="83176" y="4037"/>
                    </a:lnTo>
                    <a:lnTo>
                      <a:pt x="87213" y="0"/>
                    </a:lnTo>
                    <a:lnTo>
                      <a:pt x="150207" y="0"/>
                    </a:lnTo>
                  </a:path>
                </a:pathLst>
              </a:custGeom>
              <a:noFill/>
              <a:ln cap="flat" cmpd="sng" w="9525">
                <a:solidFill>
                  <a:schemeClr val="dk1"/>
                </a:solidFill>
                <a:prstDash val="solid"/>
                <a:round/>
                <a:headEnd len="sm" w="sm" type="none"/>
                <a:tailEnd len="sm" w="sm" type="none"/>
              </a:ln>
            </p:spPr>
          </p:sp>
          <p:sp>
            <p:nvSpPr>
              <p:cNvPr id="60" name="Google Shape;60;p4"/>
              <p:cNvSpPr/>
              <p:nvPr/>
            </p:nvSpPr>
            <p:spPr>
              <a:xfrm>
                <a:off x="5534325" y="260426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1" name="Google Shape;61;p4"/>
            <p:cNvGrpSpPr/>
            <p:nvPr/>
          </p:nvGrpSpPr>
          <p:grpSpPr>
            <a:xfrm>
              <a:off x="-12" y="3628565"/>
              <a:ext cx="3010303" cy="45661"/>
              <a:chOff x="1766900" y="2869225"/>
              <a:chExt cx="3737650" cy="56700"/>
            </a:xfrm>
          </p:grpSpPr>
          <p:cxnSp>
            <p:nvCxnSpPr>
              <p:cNvPr id="62" name="Google Shape;62;p4"/>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63" name="Google Shape;63;p4"/>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spTree>
      <p:nvGrpSpPr>
        <p:cNvPr id="64" name="Shape 64"/>
        <p:cNvGrpSpPr/>
        <p:nvPr/>
      </p:nvGrpSpPr>
      <p:grpSpPr>
        <a:xfrm>
          <a:off x="0" y="0"/>
          <a:ext cx="0" cy="0"/>
          <a:chOff x="0" y="0"/>
          <a:chExt cx="0" cy="0"/>
        </a:xfrm>
      </p:grpSpPr>
      <p:grpSp>
        <p:nvGrpSpPr>
          <p:cNvPr id="65" name="Google Shape;65;p5"/>
          <p:cNvGrpSpPr/>
          <p:nvPr/>
        </p:nvGrpSpPr>
        <p:grpSpPr>
          <a:xfrm>
            <a:off x="-642935" y="-1483293"/>
            <a:ext cx="10417533" cy="7928896"/>
            <a:chOff x="-642935" y="-1483293"/>
            <a:chExt cx="10417533" cy="7928896"/>
          </a:xfrm>
        </p:grpSpPr>
        <p:sp>
          <p:nvSpPr>
            <p:cNvPr id="66" name="Google Shape;66;p5"/>
            <p:cNvSpPr/>
            <p:nvPr/>
          </p:nvSpPr>
          <p:spPr>
            <a:xfrm rot="10800000">
              <a:off x="-642935" y="-1483293"/>
              <a:ext cx="9294978" cy="1911396"/>
            </a:xfrm>
            <a:custGeom>
              <a:rect b="b" l="l" r="r" t="t"/>
              <a:pathLst>
                <a:path extrusionOk="0" h="26774" w="13020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5"/>
            <p:cNvSpPr/>
            <p:nvPr/>
          </p:nvSpPr>
          <p:spPr>
            <a:xfrm flipH="1">
              <a:off x="6254199" y="4604003"/>
              <a:ext cx="3520399" cy="1841600"/>
            </a:xfrm>
            <a:custGeom>
              <a:rect b="b" l="l" r="r" t="t"/>
              <a:pathLst>
                <a:path extrusionOk="0" h="33981" w="64958">
                  <a:moveTo>
                    <a:pt x="1" y="0"/>
                  </a:moveTo>
                  <a:lnTo>
                    <a:pt x="1" y="33831"/>
                  </a:lnTo>
                  <a:lnTo>
                    <a:pt x="64957" y="33980"/>
                  </a:lnTo>
                  <a:lnTo>
                    <a:pt x="64957" y="33980"/>
                  </a:lnTo>
                  <a:lnTo>
                    <a:pt x="3099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 name="Google Shape;68;p5"/>
          <p:cNvGrpSpPr/>
          <p:nvPr/>
        </p:nvGrpSpPr>
        <p:grpSpPr>
          <a:xfrm>
            <a:off x="-732996" y="7"/>
            <a:ext cx="7266639" cy="5159850"/>
            <a:chOff x="-732996" y="7"/>
            <a:chExt cx="7266639" cy="5159850"/>
          </a:xfrm>
        </p:grpSpPr>
        <p:sp>
          <p:nvSpPr>
            <p:cNvPr id="69" name="Google Shape;69;p5"/>
            <p:cNvSpPr/>
            <p:nvPr/>
          </p:nvSpPr>
          <p:spPr>
            <a:xfrm rot="10800000">
              <a:off x="4161656" y="4976326"/>
              <a:ext cx="1006784" cy="183531"/>
            </a:xfrm>
            <a:custGeom>
              <a:rect b="b" l="l" r="r" t="t"/>
              <a:pathLst>
                <a:path extrusionOk="0" h="2889" w="15848">
                  <a:moveTo>
                    <a:pt x="0" y="0"/>
                  </a:moveTo>
                  <a:lnTo>
                    <a:pt x="2889" y="2889"/>
                  </a:lnTo>
                  <a:lnTo>
                    <a:pt x="15847" y="2889"/>
                  </a:lnTo>
                  <a:lnTo>
                    <a:pt x="1295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5"/>
            <p:cNvSpPr/>
            <p:nvPr/>
          </p:nvSpPr>
          <p:spPr>
            <a:xfrm rot="10800000">
              <a:off x="5115392" y="7"/>
              <a:ext cx="1418251" cy="267006"/>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5"/>
            <p:cNvSpPr/>
            <p:nvPr/>
          </p:nvSpPr>
          <p:spPr>
            <a:xfrm flipH="1">
              <a:off x="-732996" y="4324988"/>
              <a:ext cx="1821969" cy="184293"/>
            </a:xfrm>
            <a:custGeom>
              <a:rect b="b" l="l" r="r" t="t"/>
              <a:pathLst>
                <a:path extrusionOk="0" h="2901" w="28680">
                  <a:moveTo>
                    <a:pt x="28679" y="1"/>
                  </a:moveTo>
                  <a:lnTo>
                    <a:pt x="2737" y="162"/>
                  </a:lnTo>
                  <a:lnTo>
                    <a:pt x="1" y="2900"/>
                  </a:lnTo>
                  <a:lnTo>
                    <a:pt x="28679" y="2751"/>
                  </a:lnTo>
                  <a:lnTo>
                    <a:pt x="2867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2" name="Google Shape;72;p5"/>
          <p:cNvSpPr txBox="1"/>
          <p:nvPr>
            <p:ph type="title"/>
          </p:nvPr>
        </p:nvSpPr>
        <p:spPr>
          <a:xfrm>
            <a:off x="2085025" y="1564950"/>
            <a:ext cx="4158300" cy="1511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73" name="Google Shape;73;p5"/>
          <p:cNvSpPr txBox="1"/>
          <p:nvPr>
            <p:ph idx="2" type="title"/>
          </p:nvPr>
        </p:nvSpPr>
        <p:spPr>
          <a:xfrm>
            <a:off x="1050075" y="1564950"/>
            <a:ext cx="969000" cy="151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Poppins"/>
              <a:buNone/>
              <a:defRPr sz="4100">
                <a:latin typeface="Poppins"/>
                <a:ea typeface="Poppins"/>
                <a:cs typeface="Poppins"/>
                <a:sym typeface="Poppins"/>
              </a:defRPr>
            </a:lvl1pPr>
            <a:lvl2pPr lvl="1"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2pPr>
            <a:lvl3pPr lvl="2"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3pPr>
            <a:lvl4pPr lvl="3"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4pPr>
            <a:lvl5pPr lvl="4"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5pPr>
            <a:lvl6pPr lvl="5"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6pPr>
            <a:lvl7pPr lvl="6"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7pPr>
            <a:lvl8pPr lvl="7"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8pPr>
            <a:lvl9pPr lvl="8"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9pPr>
          </a:lstStyle>
          <a:p/>
        </p:txBody>
      </p:sp>
      <p:grpSp>
        <p:nvGrpSpPr>
          <p:cNvPr id="74" name="Google Shape;74;p5"/>
          <p:cNvGrpSpPr/>
          <p:nvPr/>
        </p:nvGrpSpPr>
        <p:grpSpPr>
          <a:xfrm>
            <a:off x="-10" y="-2237114"/>
            <a:ext cx="9822707" cy="9720614"/>
            <a:chOff x="-10" y="-2237114"/>
            <a:chExt cx="9822707" cy="9720614"/>
          </a:xfrm>
        </p:grpSpPr>
        <p:sp>
          <p:nvSpPr>
            <p:cNvPr id="75" name="Google Shape;75;p5"/>
            <p:cNvSpPr/>
            <p:nvPr/>
          </p:nvSpPr>
          <p:spPr>
            <a:xfrm rot="10800000">
              <a:off x="4707290" y="-2237114"/>
              <a:ext cx="5115407" cy="3017539"/>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5"/>
            <p:cNvSpPr/>
            <p:nvPr/>
          </p:nvSpPr>
          <p:spPr>
            <a:xfrm>
              <a:off x="-10" y="4465961"/>
              <a:ext cx="5115407" cy="3017539"/>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7" name="Google Shape;77;p5"/>
          <p:cNvGrpSpPr/>
          <p:nvPr/>
        </p:nvGrpSpPr>
        <p:grpSpPr>
          <a:xfrm flipH="1">
            <a:off x="-1344316" y="539497"/>
            <a:ext cx="3074608" cy="453929"/>
            <a:chOff x="5478797" y="847322"/>
            <a:chExt cx="3074608" cy="453929"/>
          </a:xfrm>
        </p:grpSpPr>
        <p:grpSp>
          <p:nvGrpSpPr>
            <p:cNvPr id="78" name="Google Shape;78;p5"/>
            <p:cNvGrpSpPr/>
            <p:nvPr/>
          </p:nvGrpSpPr>
          <p:grpSpPr>
            <a:xfrm flipH="1">
              <a:off x="5675409" y="922406"/>
              <a:ext cx="2877996" cy="223763"/>
              <a:chOff x="1687059" y="2012316"/>
              <a:chExt cx="3573375" cy="277863"/>
            </a:xfrm>
          </p:grpSpPr>
          <p:sp>
            <p:nvSpPr>
              <p:cNvPr id="79" name="Google Shape;79;p5"/>
              <p:cNvSpPr/>
              <p:nvPr/>
            </p:nvSpPr>
            <p:spPr>
              <a:xfrm>
                <a:off x="1687059" y="2012316"/>
                <a:ext cx="3516675" cy="253825"/>
              </a:xfrm>
              <a:custGeom>
                <a:rect b="b" l="l" r="r" t="t"/>
                <a:pathLst>
                  <a:path extrusionOk="0" h="10153" w="140667">
                    <a:moveTo>
                      <a:pt x="0" y="0"/>
                    </a:moveTo>
                    <a:lnTo>
                      <a:pt x="67520" y="0"/>
                    </a:lnTo>
                    <a:lnTo>
                      <a:pt x="77673" y="10153"/>
                    </a:lnTo>
                    <a:lnTo>
                      <a:pt x="140667" y="10153"/>
                    </a:lnTo>
                  </a:path>
                </a:pathLst>
              </a:custGeom>
              <a:noFill/>
              <a:ln cap="flat" cmpd="sng" w="9525">
                <a:solidFill>
                  <a:schemeClr val="dk1"/>
                </a:solidFill>
                <a:prstDash val="solid"/>
                <a:round/>
                <a:headEnd len="sm" w="sm" type="none"/>
                <a:tailEnd len="sm" w="sm" type="none"/>
              </a:ln>
            </p:spPr>
          </p:sp>
          <p:sp>
            <p:nvSpPr>
              <p:cNvPr id="80" name="Google Shape;80;p5"/>
              <p:cNvSpPr/>
              <p:nvPr/>
            </p:nvSpPr>
            <p:spPr>
              <a:xfrm>
                <a:off x="5203734" y="2233479"/>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1" name="Google Shape;81;p5"/>
            <p:cNvGrpSpPr/>
            <p:nvPr/>
          </p:nvGrpSpPr>
          <p:grpSpPr>
            <a:xfrm flipH="1">
              <a:off x="5478797" y="1255590"/>
              <a:ext cx="3010303" cy="45661"/>
              <a:chOff x="1766900" y="2869225"/>
              <a:chExt cx="3737650" cy="56700"/>
            </a:xfrm>
          </p:grpSpPr>
          <p:cxnSp>
            <p:nvCxnSpPr>
              <p:cNvPr id="82" name="Google Shape;82;p5"/>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83" name="Google Shape;83;p5"/>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84" name="Google Shape;84;p5"/>
            <p:cNvGrpSpPr/>
            <p:nvPr/>
          </p:nvGrpSpPr>
          <p:grpSpPr>
            <a:xfrm flipH="1">
              <a:off x="6072799" y="847322"/>
              <a:ext cx="2430997" cy="185534"/>
              <a:chOff x="1748547" y="1392116"/>
              <a:chExt cx="5911958" cy="451312"/>
            </a:xfrm>
          </p:grpSpPr>
          <p:sp>
            <p:nvSpPr>
              <p:cNvPr id="85" name="Google Shape;85;p5"/>
              <p:cNvSpPr/>
              <p:nvPr/>
            </p:nvSpPr>
            <p:spPr>
              <a:xfrm>
                <a:off x="7542305" y="1725228"/>
                <a:ext cx="118200" cy="11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5"/>
              <p:cNvSpPr/>
              <p:nvPr/>
            </p:nvSpPr>
            <p:spPr>
              <a:xfrm>
                <a:off x="1748547" y="1392116"/>
                <a:ext cx="5793758" cy="395567"/>
              </a:xfrm>
              <a:custGeom>
                <a:rect b="b" l="l" r="r" t="t"/>
                <a:pathLst>
                  <a:path extrusionOk="0" h="7583" w="111066">
                    <a:moveTo>
                      <a:pt x="0" y="0"/>
                    </a:moveTo>
                    <a:lnTo>
                      <a:pt x="79263" y="0"/>
                    </a:lnTo>
                    <a:lnTo>
                      <a:pt x="86847" y="7583"/>
                    </a:lnTo>
                    <a:lnTo>
                      <a:pt x="111066" y="7583"/>
                    </a:lnTo>
                  </a:path>
                </a:pathLst>
              </a:custGeom>
              <a:noFill/>
              <a:ln cap="flat" cmpd="sng" w="9525">
                <a:solidFill>
                  <a:schemeClr val="dk1"/>
                </a:solidFill>
                <a:prstDash val="solid"/>
                <a:round/>
                <a:headEnd len="sm" w="sm" type="none"/>
                <a:tailEnd len="sm" w="sm" type="none"/>
              </a:ln>
            </p:spPr>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2">
    <p:spTree>
      <p:nvGrpSpPr>
        <p:cNvPr id="87" name="Shape 87"/>
        <p:cNvGrpSpPr/>
        <p:nvPr/>
      </p:nvGrpSpPr>
      <p:grpSpPr>
        <a:xfrm>
          <a:off x="0" y="0"/>
          <a:ext cx="0" cy="0"/>
          <a:chOff x="0" y="0"/>
          <a:chExt cx="0" cy="0"/>
        </a:xfrm>
      </p:grpSpPr>
      <p:grpSp>
        <p:nvGrpSpPr>
          <p:cNvPr id="88" name="Google Shape;88;p6"/>
          <p:cNvGrpSpPr/>
          <p:nvPr/>
        </p:nvGrpSpPr>
        <p:grpSpPr>
          <a:xfrm>
            <a:off x="-642935" y="-1483293"/>
            <a:ext cx="10417533" cy="7928896"/>
            <a:chOff x="-642935" y="-1483293"/>
            <a:chExt cx="10417533" cy="7928896"/>
          </a:xfrm>
        </p:grpSpPr>
        <p:sp>
          <p:nvSpPr>
            <p:cNvPr id="89" name="Google Shape;89;p6"/>
            <p:cNvSpPr/>
            <p:nvPr/>
          </p:nvSpPr>
          <p:spPr>
            <a:xfrm rot="10800000">
              <a:off x="-642935" y="-1483293"/>
              <a:ext cx="9294978" cy="1911396"/>
            </a:xfrm>
            <a:custGeom>
              <a:rect b="b" l="l" r="r" t="t"/>
              <a:pathLst>
                <a:path extrusionOk="0" h="26774" w="13020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6"/>
            <p:cNvSpPr/>
            <p:nvPr/>
          </p:nvSpPr>
          <p:spPr>
            <a:xfrm flipH="1">
              <a:off x="6254199" y="4604003"/>
              <a:ext cx="3520399" cy="1841600"/>
            </a:xfrm>
            <a:custGeom>
              <a:rect b="b" l="l" r="r" t="t"/>
              <a:pathLst>
                <a:path extrusionOk="0" h="33981" w="64958">
                  <a:moveTo>
                    <a:pt x="1" y="0"/>
                  </a:moveTo>
                  <a:lnTo>
                    <a:pt x="1" y="33831"/>
                  </a:lnTo>
                  <a:lnTo>
                    <a:pt x="64957" y="33980"/>
                  </a:lnTo>
                  <a:lnTo>
                    <a:pt x="64957" y="33980"/>
                  </a:lnTo>
                  <a:lnTo>
                    <a:pt x="3099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91" name="Google Shape;91;p6"/>
          <p:cNvGrpSpPr/>
          <p:nvPr/>
        </p:nvGrpSpPr>
        <p:grpSpPr>
          <a:xfrm>
            <a:off x="-732996" y="7"/>
            <a:ext cx="7266639" cy="5159850"/>
            <a:chOff x="-732996" y="7"/>
            <a:chExt cx="7266639" cy="5159850"/>
          </a:xfrm>
        </p:grpSpPr>
        <p:sp>
          <p:nvSpPr>
            <p:cNvPr id="92" name="Google Shape;92;p6"/>
            <p:cNvSpPr/>
            <p:nvPr/>
          </p:nvSpPr>
          <p:spPr>
            <a:xfrm rot="10800000">
              <a:off x="4161656" y="4976326"/>
              <a:ext cx="1006784" cy="183531"/>
            </a:xfrm>
            <a:custGeom>
              <a:rect b="b" l="l" r="r" t="t"/>
              <a:pathLst>
                <a:path extrusionOk="0" h="2889" w="15848">
                  <a:moveTo>
                    <a:pt x="0" y="0"/>
                  </a:moveTo>
                  <a:lnTo>
                    <a:pt x="2889" y="2889"/>
                  </a:lnTo>
                  <a:lnTo>
                    <a:pt x="15847" y="2889"/>
                  </a:lnTo>
                  <a:lnTo>
                    <a:pt x="1295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6"/>
            <p:cNvSpPr/>
            <p:nvPr/>
          </p:nvSpPr>
          <p:spPr>
            <a:xfrm rot="10800000">
              <a:off x="5115392" y="7"/>
              <a:ext cx="1418251" cy="267006"/>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6"/>
            <p:cNvSpPr/>
            <p:nvPr/>
          </p:nvSpPr>
          <p:spPr>
            <a:xfrm flipH="1">
              <a:off x="-732996" y="4324988"/>
              <a:ext cx="1821969" cy="184293"/>
            </a:xfrm>
            <a:custGeom>
              <a:rect b="b" l="l" r="r" t="t"/>
              <a:pathLst>
                <a:path extrusionOk="0" h="2901" w="28680">
                  <a:moveTo>
                    <a:pt x="28679" y="1"/>
                  </a:moveTo>
                  <a:lnTo>
                    <a:pt x="2737" y="162"/>
                  </a:lnTo>
                  <a:lnTo>
                    <a:pt x="1" y="2900"/>
                  </a:lnTo>
                  <a:lnTo>
                    <a:pt x="28679" y="2751"/>
                  </a:lnTo>
                  <a:lnTo>
                    <a:pt x="2867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95" name="Google Shape;95;p6"/>
          <p:cNvSpPr txBox="1"/>
          <p:nvPr>
            <p:ph type="title"/>
          </p:nvPr>
        </p:nvSpPr>
        <p:spPr>
          <a:xfrm>
            <a:off x="2085025" y="1564950"/>
            <a:ext cx="4158300" cy="1511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6" name="Google Shape;96;p6"/>
          <p:cNvSpPr txBox="1"/>
          <p:nvPr>
            <p:ph idx="2" type="title"/>
          </p:nvPr>
        </p:nvSpPr>
        <p:spPr>
          <a:xfrm>
            <a:off x="1050075" y="1564950"/>
            <a:ext cx="969000" cy="151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Poppins"/>
              <a:buNone/>
              <a:defRPr sz="4100">
                <a:latin typeface="Poppins"/>
                <a:ea typeface="Poppins"/>
                <a:cs typeface="Poppins"/>
                <a:sym typeface="Poppins"/>
              </a:defRPr>
            </a:lvl1pPr>
            <a:lvl2pPr lvl="1"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2pPr>
            <a:lvl3pPr lvl="2"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3pPr>
            <a:lvl4pPr lvl="3"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4pPr>
            <a:lvl5pPr lvl="4"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5pPr>
            <a:lvl6pPr lvl="5"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6pPr>
            <a:lvl7pPr lvl="6"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7pPr>
            <a:lvl8pPr lvl="7"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8pPr>
            <a:lvl9pPr lvl="8"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9pPr>
          </a:lstStyle>
          <a:p/>
        </p:txBody>
      </p:sp>
      <p:grpSp>
        <p:nvGrpSpPr>
          <p:cNvPr id="97" name="Google Shape;97;p6"/>
          <p:cNvGrpSpPr/>
          <p:nvPr/>
        </p:nvGrpSpPr>
        <p:grpSpPr>
          <a:xfrm>
            <a:off x="-10" y="-2237114"/>
            <a:ext cx="9822707" cy="9720614"/>
            <a:chOff x="-10" y="-2237114"/>
            <a:chExt cx="9822707" cy="9720614"/>
          </a:xfrm>
        </p:grpSpPr>
        <p:sp>
          <p:nvSpPr>
            <p:cNvPr id="98" name="Google Shape;98;p6"/>
            <p:cNvSpPr/>
            <p:nvPr/>
          </p:nvSpPr>
          <p:spPr>
            <a:xfrm rot="10800000">
              <a:off x="4707290" y="-2237114"/>
              <a:ext cx="5115407" cy="3017539"/>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6"/>
            <p:cNvSpPr/>
            <p:nvPr/>
          </p:nvSpPr>
          <p:spPr>
            <a:xfrm>
              <a:off x="-10" y="4465961"/>
              <a:ext cx="5115407" cy="3017539"/>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0" name="Google Shape;100;p6"/>
          <p:cNvGrpSpPr/>
          <p:nvPr/>
        </p:nvGrpSpPr>
        <p:grpSpPr>
          <a:xfrm flipH="1">
            <a:off x="-1344316" y="539496"/>
            <a:ext cx="3074608" cy="453955"/>
            <a:chOff x="5478797" y="847321"/>
            <a:chExt cx="3074608" cy="453955"/>
          </a:xfrm>
        </p:grpSpPr>
        <p:grpSp>
          <p:nvGrpSpPr>
            <p:cNvPr id="101" name="Google Shape;101;p6"/>
            <p:cNvGrpSpPr/>
            <p:nvPr/>
          </p:nvGrpSpPr>
          <p:grpSpPr>
            <a:xfrm flipH="1">
              <a:off x="5675409" y="922405"/>
              <a:ext cx="2877996" cy="223763"/>
              <a:chOff x="1687059" y="2012316"/>
              <a:chExt cx="3573375" cy="277863"/>
            </a:xfrm>
          </p:grpSpPr>
          <p:sp>
            <p:nvSpPr>
              <p:cNvPr id="102" name="Google Shape;102;p6"/>
              <p:cNvSpPr/>
              <p:nvPr/>
            </p:nvSpPr>
            <p:spPr>
              <a:xfrm>
                <a:off x="1687059" y="2012316"/>
                <a:ext cx="3516675" cy="253825"/>
              </a:xfrm>
              <a:custGeom>
                <a:rect b="b" l="l" r="r" t="t"/>
                <a:pathLst>
                  <a:path extrusionOk="0" h="10153" w="140667">
                    <a:moveTo>
                      <a:pt x="0" y="0"/>
                    </a:moveTo>
                    <a:lnTo>
                      <a:pt x="67520" y="0"/>
                    </a:lnTo>
                    <a:lnTo>
                      <a:pt x="77673" y="10153"/>
                    </a:lnTo>
                    <a:lnTo>
                      <a:pt x="140667" y="10153"/>
                    </a:lnTo>
                  </a:path>
                </a:pathLst>
              </a:custGeom>
              <a:noFill/>
              <a:ln cap="flat" cmpd="sng" w="9525">
                <a:solidFill>
                  <a:schemeClr val="dk1"/>
                </a:solidFill>
                <a:prstDash val="solid"/>
                <a:round/>
                <a:headEnd len="sm" w="sm" type="none"/>
                <a:tailEnd len="sm" w="sm" type="none"/>
              </a:ln>
            </p:spPr>
          </p:sp>
          <p:sp>
            <p:nvSpPr>
              <p:cNvPr id="103" name="Google Shape;103;p6"/>
              <p:cNvSpPr/>
              <p:nvPr/>
            </p:nvSpPr>
            <p:spPr>
              <a:xfrm>
                <a:off x="5203734" y="2233479"/>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4" name="Google Shape;104;p6"/>
            <p:cNvGrpSpPr/>
            <p:nvPr/>
          </p:nvGrpSpPr>
          <p:grpSpPr>
            <a:xfrm flipH="1">
              <a:off x="5478797" y="1255615"/>
              <a:ext cx="3010303" cy="45661"/>
              <a:chOff x="1766900" y="2869225"/>
              <a:chExt cx="3737650" cy="56700"/>
            </a:xfrm>
          </p:grpSpPr>
          <p:cxnSp>
            <p:nvCxnSpPr>
              <p:cNvPr id="105" name="Google Shape;105;p6"/>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106" name="Google Shape;106;p6"/>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07" name="Google Shape;107;p6"/>
            <p:cNvGrpSpPr/>
            <p:nvPr/>
          </p:nvGrpSpPr>
          <p:grpSpPr>
            <a:xfrm flipH="1">
              <a:off x="6072799" y="847321"/>
              <a:ext cx="2430997" cy="185534"/>
              <a:chOff x="1748547" y="1392116"/>
              <a:chExt cx="5911958" cy="451312"/>
            </a:xfrm>
          </p:grpSpPr>
          <p:sp>
            <p:nvSpPr>
              <p:cNvPr id="108" name="Google Shape;108;p6"/>
              <p:cNvSpPr/>
              <p:nvPr/>
            </p:nvSpPr>
            <p:spPr>
              <a:xfrm>
                <a:off x="7542305" y="1725228"/>
                <a:ext cx="118200" cy="11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6"/>
              <p:cNvSpPr/>
              <p:nvPr/>
            </p:nvSpPr>
            <p:spPr>
              <a:xfrm>
                <a:off x="1748547" y="1392116"/>
                <a:ext cx="5793758" cy="395567"/>
              </a:xfrm>
              <a:custGeom>
                <a:rect b="b" l="l" r="r" t="t"/>
                <a:pathLst>
                  <a:path extrusionOk="0" h="7583" w="111066">
                    <a:moveTo>
                      <a:pt x="0" y="0"/>
                    </a:moveTo>
                    <a:lnTo>
                      <a:pt x="79263" y="0"/>
                    </a:lnTo>
                    <a:lnTo>
                      <a:pt x="86847" y="7583"/>
                    </a:lnTo>
                    <a:lnTo>
                      <a:pt x="111066" y="7583"/>
                    </a:lnTo>
                  </a:path>
                </a:pathLst>
              </a:custGeom>
              <a:noFill/>
              <a:ln cap="flat" cmpd="sng" w="9525">
                <a:solidFill>
                  <a:schemeClr val="dk1"/>
                </a:solidFill>
                <a:prstDash val="solid"/>
                <a:round/>
                <a:headEnd len="sm" w="sm" type="none"/>
                <a:tailEnd len="sm" w="sm" type="none"/>
              </a:ln>
            </p:spPr>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10" name="Shape 110"/>
        <p:cNvGrpSpPr/>
        <p:nvPr/>
      </p:nvGrpSpPr>
      <p:grpSpPr>
        <a:xfrm>
          <a:off x="0" y="0"/>
          <a:ext cx="0" cy="0"/>
          <a:chOff x="0" y="0"/>
          <a:chExt cx="0" cy="0"/>
        </a:xfrm>
      </p:grpSpPr>
      <p:sp>
        <p:nvSpPr>
          <p:cNvPr id="111" name="Google Shape;111;p7"/>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12" name="Google Shape;112;p7"/>
          <p:cNvGrpSpPr/>
          <p:nvPr/>
        </p:nvGrpSpPr>
        <p:grpSpPr>
          <a:xfrm>
            <a:off x="5594191" y="3961115"/>
            <a:ext cx="2910144" cy="1182340"/>
            <a:chOff x="6917201" y="0"/>
            <a:chExt cx="2227776" cy="863400"/>
          </a:xfrm>
        </p:grpSpPr>
        <p:sp>
          <p:nvSpPr>
            <p:cNvPr id="113" name="Google Shape;113;p7"/>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7"/>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7"/>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16" name="Google Shape;116;p7"/>
          <p:cNvGrpSpPr/>
          <p:nvPr/>
        </p:nvGrpSpPr>
        <p:grpSpPr>
          <a:xfrm>
            <a:off x="199149" y="2"/>
            <a:ext cx="2795413" cy="1083308"/>
            <a:chOff x="6917201" y="0"/>
            <a:chExt cx="2227776" cy="863400"/>
          </a:xfrm>
        </p:grpSpPr>
        <p:sp>
          <p:nvSpPr>
            <p:cNvPr id="117" name="Google Shape;117;p7"/>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7"/>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7"/>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20" name="Google Shape;120;p7"/>
          <p:cNvSpPr txBox="1"/>
          <p:nvPr>
            <p:ph type="title"/>
          </p:nvPr>
        </p:nvSpPr>
        <p:spPr>
          <a:xfrm>
            <a:off x="1888684" y="1746100"/>
            <a:ext cx="5377500" cy="16461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3200"/>
              <a:buNone/>
              <a:defRPr sz="3200">
                <a:solidFill>
                  <a:schemeClr val="dk2"/>
                </a:solidFill>
              </a:defRPr>
            </a:lvl1pPr>
            <a:lvl2pPr lvl="1" algn="ctr">
              <a:lnSpc>
                <a:spcPct val="100000"/>
              </a:lnSpc>
              <a:spcBef>
                <a:spcPts val="0"/>
              </a:spcBef>
              <a:spcAft>
                <a:spcPts val="0"/>
              </a:spcAft>
              <a:buClr>
                <a:schemeClr val="dk2"/>
              </a:buClr>
              <a:buSzPts val="3200"/>
              <a:buNone/>
              <a:defRPr sz="3200">
                <a:solidFill>
                  <a:schemeClr val="dk2"/>
                </a:solidFill>
              </a:defRPr>
            </a:lvl2pPr>
            <a:lvl3pPr lvl="2" algn="ctr">
              <a:lnSpc>
                <a:spcPct val="100000"/>
              </a:lnSpc>
              <a:spcBef>
                <a:spcPts val="0"/>
              </a:spcBef>
              <a:spcAft>
                <a:spcPts val="0"/>
              </a:spcAft>
              <a:buClr>
                <a:schemeClr val="dk2"/>
              </a:buClr>
              <a:buSzPts val="3200"/>
              <a:buNone/>
              <a:defRPr sz="3200">
                <a:solidFill>
                  <a:schemeClr val="dk2"/>
                </a:solidFill>
              </a:defRPr>
            </a:lvl3pPr>
            <a:lvl4pPr lvl="3" algn="ctr">
              <a:lnSpc>
                <a:spcPct val="100000"/>
              </a:lnSpc>
              <a:spcBef>
                <a:spcPts val="0"/>
              </a:spcBef>
              <a:spcAft>
                <a:spcPts val="0"/>
              </a:spcAft>
              <a:buClr>
                <a:schemeClr val="dk2"/>
              </a:buClr>
              <a:buSzPts val="3200"/>
              <a:buNone/>
              <a:defRPr sz="3200">
                <a:solidFill>
                  <a:schemeClr val="dk2"/>
                </a:solidFill>
              </a:defRPr>
            </a:lvl4pPr>
            <a:lvl5pPr lvl="4" algn="ctr">
              <a:lnSpc>
                <a:spcPct val="100000"/>
              </a:lnSpc>
              <a:spcBef>
                <a:spcPts val="0"/>
              </a:spcBef>
              <a:spcAft>
                <a:spcPts val="0"/>
              </a:spcAft>
              <a:buClr>
                <a:schemeClr val="dk2"/>
              </a:buClr>
              <a:buSzPts val="3200"/>
              <a:buNone/>
              <a:defRPr sz="3200">
                <a:solidFill>
                  <a:schemeClr val="dk2"/>
                </a:solidFill>
              </a:defRPr>
            </a:lvl5pPr>
            <a:lvl6pPr lvl="5" algn="ctr">
              <a:lnSpc>
                <a:spcPct val="100000"/>
              </a:lnSpc>
              <a:spcBef>
                <a:spcPts val="0"/>
              </a:spcBef>
              <a:spcAft>
                <a:spcPts val="0"/>
              </a:spcAft>
              <a:buClr>
                <a:schemeClr val="dk2"/>
              </a:buClr>
              <a:buSzPts val="3200"/>
              <a:buNone/>
              <a:defRPr sz="3200">
                <a:solidFill>
                  <a:schemeClr val="dk2"/>
                </a:solidFill>
              </a:defRPr>
            </a:lvl6pPr>
            <a:lvl7pPr lvl="6" algn="ctr">
              <a:lnSpc>
                <a:spcPct val="100000"/>
              </a:lnSpc>
              <a:spcBef>
                <a:spcPts val="0"/>
              </a:spcBef>
              <a:spcAft>
                <a:spcPts val="0"/>
              </a:spcAft>
              <a:buClr>
                <a:schemeClr val="dk2"/>
              </a:buClr>
              <a:buSzPts val="3200"/>
              <a:buNone/>
              <a:defRPr sz="3200">
                <a:solidFill>
                  <a:schemeClr val="dk2"/>
                </a:solidFill>
              </a:defRPr>
            </a:lvl7pPr>
            <a:lvl8pPr lvl="7" algn="ctr">
              <a:lnSpc>
                <a:spcPct val="100000"/>
              </a:lnSpc>
              <a:spcBef>
                <a:spcPts val="0"/>
              </a:spcBef>
              <a:spcAft>
                <a:spcPts val="0"/>
              </a:spcAft>
              <a:buClr>
                <a:schemeClr val="dk2"/>
              </a:buClr>
              <a:buSzPts val="3200"/>
              <a:buNone/>
              <a:defRPr sz="3200">
                <a:solidFill>
                  <a:schemeClr val="dk2"/>
                </a:solidFill>
              </a:defRPr>
            </a:lvl8pPr>
            <a:lvl9pPr lvl="8" algn="ctr">
              <a:lnSpc>
                <a:spcPct val="100000"/>
              </a:lnSpc>
              <a:spcBef>
                <a:spcPts val="0"/>
              </a:spcBef>
              <a:spcAft>
                <a:spcPts val="0"/>
              </a:spcAft>
              <a:buClr>
                <a:schemeClr val="dk2"/>
              </a:buClr>
              <a:buSzPts val="3200"/>
              <a:buNone/>
              <a:defRPr sz="3200">
                <a:solidFill>
                  <a:schemeClr val="dk2"/>
                </a:solidFill>
              </a:defRPr>
            </a:lvl9pPr>
          </a:lstStyle>
          <a:p/>
        </p:txBody>
      </p:sp>
      <p:sp>
        <p:nvSpPr>
          <p:cNvPr id="121" name="Google Shape;121;p7"/>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122" name="Shape 122"/>
        <p:cNvGrpSpPr/>
        <p:nvPr/>
      </p:nvGrpSpPr>
      <p:grpSpPr>
        <a:xfrm>
          <a:off x="0" y="0"/>
          <a:ext cx="0" cy="0"/>
          <a:chOff x="0" y="0"/>
          <a:chExt cx="0" cy="0"/>
        </a:xfrm>
      </p:grpSpPr>
      <p:sp>
        <p:nvSpPr>
          <p:cNvPr id="123" name="Google Shape;123;p8"/>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8"/>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8"/>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27" name="Google Shape;127;p8"/>
          <p:cNvSpPr txBox="1"/>
          <p:nvPr>
            <p:ph idx="1" type="body"/>
          </p:nvPr>
        </p:nvSpPr>
        <p:spPr>
          <a:xfrm>
            <a:off x="819150" y="1990725"/>
            <a:ext cx="75057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28" name="Google Shape;128;p8"/>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29" name="Shape 129"/>
        <p:cNvGrpSpPr/>
        <p:nvPr/>
      </p:nvGrpSpPr>
      <p:grpSpPr>
        <a:xfrm>
          <a:off x="0" y="0"/>
          <a:ext cx="0" cy="0"/>
          <a:chOff x="0" y="0"/>
          <a:chExt cx="0" cy="0"/>
        </a:xfrm>
      </p:grpSpPr>
      <p:sp>
        <p:nvSpPr>
          <p:cNvPr id="130" name="Google Shape;130;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9"/>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34" name="Google Shape;134;p9"/>
          <p:cNvSpPr txBox="1"/>
          <p:nvPr>
            <p:ph idx="1" type="body"/>
          </p:nvPr>
        </p:nvSpPr>
        <p:spPr>
          <a:xfrm>
            <a:off x="819150"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35" name="Google Shape;135;p9"/>
          <p:cNvSpPr txBox="1"/>
          <p:nvPr>
            <p:ph idx="2" type="body"/>
          </p:nvPr>
        </p:nvSpPr>
        <p:spPr>
          <a:xfrm>
            <a:off x="4638675" y="1990725"/>
            <a:ext cx="3686100" cy="24480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36" name="Google Shape;136;p9"/>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37" name="Shape 137"/>
        <p:cNvGrpSpPr/>
        <p:nvPr/>
      </p:nvGrpSpPr>
      <p:grpSpPr>
        <a:xfrm>
          <a:off x="0" y="0"/>
          <a:ext cx="0" cy="0"/>
          <a:chOff x="0" y="0"/>
          <a:chExt cx="0" cy="0"/>
        </a:xfrm>
      </p:grpSpPr>
      <p:sp>
        <p:nvSpPr>
          <p:cNvPr id="138" name="Google Shape;138;p10"/>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0"/>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10"/>
          <p:cNvSpPr txBox="1"/>
          <p:nvPr>
            <p:ph type="title"/>
          </p:nvPr>
        </p:nvSpPr>
        <p:spPr>
          <a:xfrm>
            <a:off x="819150" y="845600"/>
            <a:ext cx="7505700" cy="954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2" name="Google Shape;142;p10"/>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143" name="Shape 143"/>
        <p:cNvGrpSpPr/>
        <p:nvPr/>
      </p:nvGrpSpPr>
      <p:grpSpPr>
        <a:xfrm>
          <a:off x="0" y="0"/>
          <a:ext cx="0" cy="0"/>
          <a:chOff x="0" y="0"/>
          <a:chExt cx="0" cy="0"/>
        </a:xfrm>
      </p:grpSpPr>
      <p:sp>
        <p:nvSpPr>
          <p:cNvPr id="144" name="Google Shape;144;p1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11"/>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11"/>
          <p:cNvSpPr txBox="1"/>
          <p:nvPr>
            <p:ph type="title"/>
          </p:nvPr>
        </p:nvSpPr>
        <p:spPr>
          <a:xfrm>
            <a:off x="819150" y="845600"/>
            <a:ext cx="3709200" cy="1383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48" name="Google Shape;148;p11"/>
          <p:cNvSpPr txBox="1"/>
          <p:nvPr>
            <p:ph idx="1" type="body"/>
          </p:nvPr>
        </p:nvSpPr>
        <p:spPr>
          <a:xfrm>
            <a:off x="830700" y="2319050"/>
            <a:ext cx="3709200" cy="21198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49" name="Google Shape;149;p1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150" name="Shape 150"/>
        <p:cNvGrpSpPr/>
        <p:nvPr/>
      </p:nvGrpSpPr>
      <p:grpSpPr>
        <a:xfrm>
          <a:off x="0" y="0"/>
          <a:ext cx="0" cy="0"/>
          <a:chOff x="0" y="0"/>
          <a:chExt cx="0" cy="0"/>
        </a:xfrm>
      </p:grpSpPr>
      <p:sp>
        <p:nvSpPr>
          <p:cNvPr id="151" name="Google Shape;151;p12"/>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12"/>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3" name="Google Shape;153;p12"/>
          <p:cNvGrpSpPr/>
          <p:nvPr/>
        </p:nvGrpSpPr>
        <p:grpSpPr>
          <a:xfrm>
            <a:off x="255991" y="-118"/>
            <a:ext cx="2251347" cy="1043408"/>
            <a:chOff x="3961956" y="4383950"/>
            <a:chExt cx="1160548" cy="548700"/>
          </a:xfrm>
        </p:grpSpPr>
        <p:sp>
          <p:nvSpPr>
            <p:cNvPr id="154" name="Google Shape;154;p12"/>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12"/>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7" name="Google Shape;157;p1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58" name="Google Shape;158;p12"/>
          <p:cNvGrpSpPr/>
          <p:nvPr/>
        </p:nvGrpSpPr>
        <p:grpSpPr>
          <a:xfrm>
            <a:off x="34934" y="4522125"/>
            <a:ext cx="1593305" cy="617072"/>
            <a:chOff x="6917201" y="0"/>
            <a:chExt cx="2227776" cy="863400"/>
          </a:xfrm>
        </p:grpSpPr>
        <p:sp>
          <p:nvSpPr>
            <p:cNvPr id="159" name="Google Shape;159;p12"/>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2"/>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p12"/>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62" name="Google Shape;162;p12"/>
          <p:cNvGrpSpPr/>
          <p:nvPr/>
        </p:nvGrpSpPr>
        <p:grpSpPr>
          <a:xfrm>
            <a:off x="5886353" y="1243"/>
            <a:ext cx="3257454" cy="1261514"/>
            <a:chOff x="6917201" y="0"/>
            <a:chExt cx="2227776" cy="863400"/>
          </a:xfrm>
        </p:grpSpPr>
        <p:sp>
          <p:nvSpPr>
            <p:cNvPr id="163" name="Google Shape;163;p1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1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6" name="Google Shape;166;p12"/>
          <p:cNvSpPr txBox="1"/>
          <p:nvPr>
            <p:ph type="title"/>
          </p:nvPr>
        </p:nvSpPr>
        <p:spPr>
          <a:xfrm>
            <a:off x="1393929" y="1301146"/>
            <a:ext cx="6366900" cy="25392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p:txBody>
      </p:sp>
      <p:sp>
        <p:nvSpPr>
          <p:cNvPr id="167" name="Google Shape;167;p12"/>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68" name="Shape 168"/>
        <p:cNvGrpSpPr/>
        <p:nvPr/>
      </p:nvGrpSpPr>
      <p:grpSpPr>
        <a:xfrm>
          <a:off x="0" y="0"/>
          <a:ext cx="0" cy="0"/>
          <a:chOff x="0" y="0"/>
          <a:chExt cx="0" cy="0"/>
        </a:xfrm>
      </p:grpSpPr>
      <p:sp>
        <p:nvSpPr>
          <p:cNvPr id="169" name="Google Shape;169;p13"/>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3"/>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3"/>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3"/>
          <p:cNvSpPr txBox="1"/>
          <p:nvPr>
            <p:ph type="title"/>
          </p:nvPr>
        </p:nvSpPr>
        <p:spPr>
          <a:xfrm>
            <a:off x="819150" y="845600"/>
            <a:ext cx="6424200" cy="7050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73" name="Google Shape;173;p13"/>
          <p:cNvSpPr txBox="1"/>
          <p:nvPr>
            <p:ph idx="1" type="subTitle"/>
          </p:nvPr>
        </p:nvSpPr>
        <p:spPr>
          <a:xfrm>
            <a:off x="819150" y="1550700"/>
            <a:ext cx="5859900" cy="39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1600"/>
              <a:buNone/>
              <a:defRPr sz="1600">
                <a:solidFill>
                  <a:schemeClr val="lt1"/>
                </a:solidFill>
              </a:defRPr>
            </a:lvl1pPr>
            <a:lvl2pPr lvl="1" algn="l">
              <a:lnSpc>
                <a:spcPct val="100000"/>
              </a:lnSpc>
              <a:spcBef>
                <a:spcPts val="0"/>
              </a:spcBef>
              <a:spcAft>
                <a:spcPts val="0"/>
              </a:spcAft>
              <a:buClr>
                <a:schemeClr val="lt1"/>
              </a:buClr>
              <a:buSzPts val="1600"/>
              <a:buNone/>
              <a:defRPr sz="1600">
                <a:solidFill>
                  <a:schemeClr val="lt1"/>
                </a:solidFill>
              </a:defRPr>
            </a:lvl2pPr>
            <a:lvl3pPr lvl="2" algn="l">
              <a:lnSpc>
                <a:spcPct val="100000"/>
              </a:lnSpc>
              <a:spcBef>
                <a:spcPts val="0"/>
              </a:spcBef>
              <a:spcAft>
                <a:spcPts val="0"/>
              </a:spcAft>
              <a:buClr>
                <a:schemeClr val="lt1"/>
              </a:buClr>
              <a:buSzPts val="1600"/>
              <a:buNone/>
              <a:defRPr sz="1600">
                <a:solidFill>
                  <a:schemeClr val="lt1"/>
                </a:solidFill>
              </a:defRPr>
            </a:lvl3pPr>
            <a:lvl4pPr lvl="3" algn="l">
              <a:lnSpc>
                <a:spcPct val="100000"/>
              </a:lnSpc>
              <a:spcBef>
                <a:spcPts val="0"/>
              </a:spcBef>
              <a:spcAft>
                <a:spcPts val="0"/>
              </a:spcAft>
              <a:buClr>
                <a:schemeClr val="lt1"/>
              </a:buClr>
              <a:buSzPts val="1600"/>
              <a:buNone/>
              <a:defRPr sz="1600">
                <a:solidFill>
                  <a:schemeClr val="lt1"/>
                </a:solidFill>
              </a:defRPr>
            </a:lvl4pPr>
            <a:lvl5pPr lvl="4" algn="l">
              <a:lnSpc>
                <a:spcPct val="100000"/>
              </a:lnSpc>
              <a:spcBef>
                <a:spcPts val="0"/>
              </a:spcBef>
              <a:spcAft>
                <a:spcPts val="0"/>
              </a:spcAft>
              <a:buClr>
                <a:schemeClr val="lt1"/>
              </a:buClr>
              <a:buSzPts val="1600"/>
              <a:buNone/>
              <a:defRPr sz="1600">
                <a:solidFill>
                  <a:schemeClr val="lt1"/>
                </a:solidFill>
              </a:defRPr>
            </a:lvl5pPr>
            <a:lvl6pPr lvl="5" algn="l">
              <a:lnSpc>
                <a:spcPct val="100000"/>
              </a:lnSpc>
              <a:spcBef>
                <a:spcPts val="0"/>
              </a:spcBef>
              <a:spcAft>
                <a:spcPts val="0"/>
              </a:spcAft>
              <a:buClr>
                <a:schemeClr val="lt1"/>
              </a:buClr>
              <a:buSzPts val="1600"/>
              <a:buNone/>
              <a:defRPr sz="1600">
                <a:solidFill>
                  <a:schemeClr val="lt1"/>
                </a:solidFill>
              </a:defRPr>
            </a:lvl6pPr>
            <a:lvl7pPr lvl="6" algn="l">
              <a:lnSpc>
                <a:spcPct val="100000"/>
              </a:lnSpc>
              <a:spcBef>
                <a:spcPts val="0"/>
              </a:spcBef>
              <a:spcAft>
                <a:spcPts val="0"/>
              </a:spcAft>
              <a:buClr>
                <a:schemeClr val="lt1"/>
              </a:buClr>
              <a:buSzPts val="1600"/>
              <a:buNone/>
              <a:defRPr sz="1600">
                <a:solidFill>
                  <a:schemeClr val="lt1"/>
                </a:solidFill>
              </a:defRPr>
            </a:lvl7pPr>
            <a:lvl8pPr lvl="7" algn="l">
              <a:lnSpc>
                <a:spcPct val="100000"/>
              </a:lnSpc>
              <a:spcBef>
                <a:spcPts val="0"/>
              </a:spcBef>
              <a:spcAft>
                <a:spcPts val="0"/>
              </a:spcAft>
              <a:buClr>
                <a:schemeClr val="lt1"/>
              </a:buClr>
              <a:buSzPts val="1600"/>
              <a:buNone/>
              <a:defRPr sz="1600">
                <a:solidFill>
                  <a:schemeClr val="lt1"/>
                </a:solidFill>
              </a:defRPr>
            </a:lvl8pPr>
            <a:lvl9pPr lvl="8" algn="l">
              <a:lnSpc>
                <a:spcPct val="100000"/>
              </a:lnSpc>
              <a:spcBef>
                <a:spcPts val="0"/>
              </a:spcBef>
              <a:spcAft>
                <a:spcPts val="0"/>
              </a:spcAft>
              <a:buClr>
                <a:schemeClr val="lt1"/>
              </a:buClr>
              <a:buSzPts val="1600"/>
              <a:buNone/>
              <a:defRPr sz="1600">
                <a:solidFill>
                  <a:schemeClr val="lt1"/>
                </a:solidFill>
              </a:defRPr>
            </a:lvl9pPr>
          </a:lstStyle>
          <a:p/>
        </p:txBody>
      </p:sp>
      <p:sp>
        <p:nvSpPr>
          <p:cNvPr id="174" name="Google Shape;174;p13"/>
          <p:cNvSpPr txBox="1"/>
          <p:nvPr>
            <p:ph idx="2" type="body"/>
          </p:nvPr>
        </p:nvSpPr>
        <p:spPr>
          <a:xfrm>
            <a:off x="819150" y="2467050"/>
            <a:ext cx="5859900" cy="2095500"/>
          </a:xfrm>
          <a:prstGeom prst="rect">
            <a:avLst/>
          </a:prstGeom>
          <a:noFill/>
          <a:ln>
            <a:noFill/>
          </a:ln>
        </p:spPr>
        <p:txBody>
          <a:bodyPr anchorCtr="0" anchor="t" bIns="91425" lIns="91425" spcFirstLastPara="1" rIns="91425" wrap="square" tIns="91425">
            <a:norm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0"/>
              </a:spcBef>
              <a:spcAft>
                <a:spcPts val="0"/>
              </a:spcAft>
              <a:buSzPts val="1100"/>
              <a:buChar char="○"/>
              <a:defRPr/>
            </a:lvl2pPr>
            <a:lvl3pPr indent="-298450" lvl="2" marL="1371600" algn="l">
              <a:lnSpc>
                <a:spcPct val="115000"/>
              </a:lnSpc>
              <a:spcBef>
                <a:spcPts val="0"/>
              </a:spcBef>
              <a:spcAft>
                <a:spcPts val="0"/>
              </a:spcAft>
              <a:buSzPts val="1100"/>
              <a:buChar char="■"/>
              <a:defRPr/>
            </a:lvl3pPr>
            <a:lvl4pPr indent="-298450" lvl="3" marL="1828800" algn="l">
              <a:lnSpc>
                <a:spcPct val="115000"/>
              </a:lnSpc>
              <a:spcBef>
                <a:spcPts val="0"/>
              </a:spcBef>
              <a:spcAft>
                <a:spcPts val="0"/>
              </a:spcAft>
              <a:buSzPts val="1100"/>
              <a:buChar char="●"/>
              <a:defRPr/>
            </a:lvl4pPr>
            <a:lvl5pPr indent="-298450" lvl="4" marL="2286000" algn="l">
              <a:lnSpc>
                <a:spcPct val="115000"/>
              </a:lnSpc>
              <a:spcBef>
                <a:spcPts val="0"/>
              </a:spcBef>
              <a:spcAft>
                <a:spcPts val="0"/>
              </a:spcAft>
              <a:buSzPts val="1100"/>
              <a:buChar char="○"/>
              <a:defRPr/>
            </a:lvl5pPr>
            <a:lvl6pPr indent="-298450" lvl="5" marL="2743200" algn="l">
              <a:lnSpc>
                <a:spcPct val="115000"/>
              </a:lnSpc>
              <a:spcBef>
                <a:spcPts val="0"/>
              </a:spcBef>
              <a:spcAft>
                <a:spcPts val="0"/>
              </a:spcAft>
              <a:buSzPts val="1100"/>
              <a:buChar char="■"/>
              <a:defRPr/>
            </a:lvl6pPr>
            <a:lvl7pPr indent="-298450" lvl="6" marL="3200400" algn="l">
              <a:lnSpc>
                <a:spcPct val="115000"/>
              </a:lnSpc>
              <a:spcBef>
                <a:spcPts val="0"/>
              </a:spcBef>
              <a:spcAft>
                <a:spcPts val="0"/>
              </a:spcAft>
              <a:buSzPts val="1100"/>
              <a:buChar char="●"/>
              <a:defRPr/>
            </a:lvl7pPr>
            <a:lvl8pPr indent="-298450" lvl="7" marL="3657600" algn="l">
              <a:lnSpc>
                <a:spcPct val="115000"/>
              </a:lnSpc>
              <a:spcBef>
                <a:spcPts val="0"/>
              </a:spcBef>
              <a:spcAft>
                <a:spcPts val="0"/>
              </a:spcAft>
              <a:buSzPts val="1100"/>
              <a:buChar char="○"/>
              <a:defRPr/>
            </a:lvl8pPr>
            <a:lvl9pPr indent="-298450" lvl="8" marL="4114800" algn="l">
              <a:lnSpc>
                <a:spcPct val="115000"/>
              </a:lnSpc>
              <a:spcBef>
                <a:spcPts val="0"/>
              </a:spcBef>
              <a:spcAft>
                <a:spcPts val="0"/>
              </a:spcAft>
              <a:buSzPts val="1100"/>
              <a:buChar char="■"/>
              <a:defRPr/>
            </a:lvl9pPr>
          </a:lstStyle>
          <a:p/>
        </p:txBody>
      </p:sp>
      <p:sp>
        <p:nvSpPr>
          <p:cNvPr id="175" name="Google Shape;175;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76" name="Shape 176"/>
        <p:cNvGrpSpPr/>
        <p:nvPr/>
      </p:nvGrpSpPr>
      <p:grpSpPr>
        <a:xfrm>
          <a:off x="0" y="0"/>
          <a:ext cx="0" cy="0"/>
          <a:chOff x="0" y="0"/>
          <a:chExt cx="0" cy="0"/>
        </a:xfrm>
      </p:grpSpPr>
      <p:sp>
        <p:nvSpPr>
          <p:cNvPr id="177" name="Google Shape;177;p14"/>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4"/>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4"/>
          <p:cNvSpPr txBox="1"/>
          <p:nvPr>
            <p:ph idx="1" type="body"/>
          </p:nvPr>
        </p:nvSpPr>
        <p:spPr>
          <a:xfrm>
            <a:off x="328025" y="4163500"/>
            <a:ext cx="7415100" cy="605100"/>
          </a:xfrm>
          <a:prstGeom prst="rect">
            <a:avLst/>
          </a:prstGeom>
          <a:noFill/>
          <a:ln>
            <a:noFill/>
          </a:ln>
        </p:spPr>
        <p:txBody>
          <a:bodyPr anchorCtr="0" anchor="b" bIns="91425" lIns="91425" spcFirstLastPara="1" rIns="91425" wrap="square" tIns="91425">
            <a:normAutofit/>
          </a:bodyPr>
          <a:lstStyle>
            <a:lvl1pPr indent="-228600" lvl="0" marL="457200" algn="l">
              <a:lnSpc>
                <a:spcPct val="100000"/>
              </a:lnSpc>
              <a:spcBef>
                <a:spcPts val="0"/>
              </a:spcBef>
              <a:spcAft>
                <a:spcPts val="0"/>
              </a:spcAft>
              <a:buSzPts val="1300"/>
              <a:buNone/>
              <a:defRPr/>
            </a:lvl1pPr>
          </a:lstStyle>
          <a:p/>
        </p:txBody>
      </p:sp>
      <p:sp>
        <p:nvSpPr>
          <p:cNvPr id="181" name="Google Shape;181;p14"/>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82" name="Shape 182"/>
        <p:cNvGrpSpPr/>
        <p:nvPr/>
      </p:nvGrpSpPr>
      <p:grpSpPr>
        <a:xfrm>
          <a:off x="0" y="0"/>
          <a:ext cx="0" cy="0"/>
          <a:chOff x="0" y="0"/>
          <a:chExt cx="0" cy="0"/>
        </a:xfrm>
      </p:grpSpPr>
      <p:sp>
        <p:nvSpPr>
          <p:cNvPr id="183" name="Google Shape;183;p15"/>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4" name="Google Shape;184;p15"/>
          <p:cNvGrpSpPr/>
          <p:nvPr/>
        </p:nvGrpSpPr>
        <p:grpSpPr>
          <a:xfrm>
            <a:off x="5959222" y="4119576"/>
            <a:ext cx="2520951" cy="1024165"/>
            <a:chOff x="6917201" y="0"/>
            <a:chExt cx="2227776" cy="863400"/>
          </a:xfrm>
        </p:grpSpPr>
        <p:sp>
          <p:nvSpPr>
            <p:cNvPr id="185" name="Google Shape;185;p15"/>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5"/>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5"/>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88" name="Google Shape;188;p15"/>
          <p:cNvGrpSpPr/>
          <p:nvPr/>
        </p:nvGrpSpPr>
        <p:grpSpPr>
          <a:xfrm>
            <a:off x="199149" y="2"/>
            <a:ext cx="2795413" cy="1083308"/>
            <a:chOff x="6917201" y="0"/>
            <a:chExt cx="2227776" cy="863400"/>
          </a:xfrm>
        </p:grpSpPr>
        <p:sp>
          <p:nvSpPr>
            <p:cNvPr id="189" name="Google Shape;189;p15"/>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5"/>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5"/>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92" name="Google Shape;192;p15"/>
          <p:cNvSpPr txBox="1"/>
          <p:nvPr>
            <p:ph hasCustomPrompt="1" type="title"/>
          </p:nvPr>
        </p:nvSpPr>
        <p:spPr>
          <a:xfrm>
            <a:off x="1385850" y="1383850"/>
            <a:ext cx="6372300" cy="13797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dk2"/>
              </a:buClr>
              <a:buSzPts val="8600"/>
              <a:buNone/>
              <a:defRPr sz="8600">
                <a:solidFill>
                  <a:schemeClr val="dk2"/>
                </a:solidFill>
              </a:defRPr>
            </a:lvl1pPr>
            <a:lvl2pPr lvl="1" algn="ctr">
              <a:lnSpc>
                <a:spcPct val="100000"/>
              </a:lnSpc>
              <a:spcBef>
                <a:spcPts val="0"/>
              </a:spcBef>
              <a:spcAft>
                <a:spcPts val="0"/>
              </a:spcAft>
              <a:buClr>
                <a:schemeClr val="dk2"/>
              </a:buClr>
              <a:buSzPts val="8600"/>
              <a:buNone/>
              <a:defRPr sz="8600">
                <a:solidFill>
                  <a:schemeClr val="dk2"/>
                </a:solidFill>
              </a:defRPr>
            </a:lvl2pPr>
            <a:lvl3pPr lvl="2" algn="ctr">
              <a:lnSpc>
                <a:spcPct val="100000"/>
              </a:lnSpc>
              <a:spcBef>
                <a:spcPts val="0"/>
              </a:spcBef>
              <a:spcAft>
                <a:spcPts val="0"/>
              </a:spcAft>
              <a:buClr>
                <a:schemeClr val="dk2"/>
              </a:buClr>
              <a:buSzPts val="8600"/>
              <a:buNone/>
              <a:defRPr sz="8600">
                <a:solidFill>
                  <a:schemeClr val="dk2"/>
                </a:solidFill>
              </a:defRPr>
            </a:lvl3pPr>
            <a:lvl4pPr lvl="3" algn="ctr">
              <a:lnSpc>
                <a:spcPct val="100000"/>
              </a:lnSpc>
              <a:spcBef>
                <a:spcPts val="0"/>
              </a:spcBef>
              <a:spcAft>
                <a:spcPts val="0"/>
              </a:spcAft>
              <a:buClr>
                <a:schemeClr val="dk2"/>
              </a:buClr>
              <a:buSzPts val="8600"/>
              <a:buNone/>
              <a:defRPr sz="8600">
                <a:solidFill>
                  <a:schemeClr val="dk2"/>
                </a:solidFill>
              </a:defRPr>
            </a:lvl4pPr>
            <a:lvl5pPr lvl="4" algn="ctr">
              <a:lnSpc>
                <a:spcPct val="100000"/>
              </a:lnSpc>
              <a:spcBef>
                <a:spcPts val="0"/>
              </a:spcBef>
              <a:spcAft>
                <a:spcPts val="0"/>
              </a:spcAft>
              <a:buClr>
                <a:schemeClr val="dk2"/>
              </a:buClr>
              <a:buSzPts val="8600"/>
              <a:buNone/>
              <a:defRPr sz="8600">
                <a:solidFill>
                  <a:schemeClr val="dk2"/>
                </a:solidFill>
              </a:defRPr>
            </a:lvl5pPr>
            <a:lvl6pPr lvl="5" algn="ctr">
              <a:lnSpc>
                <a:spcPct val="100000"/>
              </a:lnSpc>
              <a:spcBef>
                <a:spcPts val="0"/>
              </a:spcBef>
              <a:spcAft>
                <a:spcPts val="0"/>
              </a:spcAft>
              <a:buClr>
                <a:schemeClr val="dk2"/>
              </a:buClr>
              <a:buSzPts val="8600"/>
              <a:buNone/>
              <a:defRPr sz="8600">
                <a:solidFill>
                  <a:schemeClr val="dk2"/>
                </a:solidFill>
              </a:defRPr>
            </a:lvl6pPr>
            <a:lvl7pPr lvl="6" algn="ctr">
              <a:lnSpc>
                <a:spcPct val="100000"/>
              </a:lnSpc>
              <a:spcBef>
                <a:spcPts val="0"/>
              </a:spcBef>
              <a:spcAft>
                <a:spcPts val="0"/>
              </a:spcAft>
              <a:buClr>
                <a:schemeClr val="dk2"/>
              </a:buClr>
              <a:buSzPts val="8600"/>
              <a:buNone/>
              <a:defRPr sz="8600">
                <a:solidFill>
                  <a:schemeClr val="dk2"/>
                </a:solidFill>
              </a:defRPr>
            </a:lvl7pPr>
            <a:lvl8pPr lvl="7" algn="ctr">
              <a:lnSpc>
                <a:spcPct val="100000"/>
              </a:lnSpc>
              <a:spcBef>
                <a:spcPts val="0"/>
              </a:spcBef>
              <a:spcAft>
                <a:spcPts val="0"/>
              </a:spcAft>
              <a:buClr>
                <a:schemeClr val="dk2"/>
              </a:buClr>
              <a:buSzPts val="8600"/>
              <a:buNone/>
              <a:defRPr sz="8600">
                <a:solidFill>
                  <a:schemeClr val="dk2"/>
                </a:solidFill>
              </a:defRPr>
            </a:lvl8pPr>
            <a:lvl9pPr lvl="8" algn="ctr">
              <a:lnSpc>
                <a:spcPct val="100000"/>
              </a:lnSpc>
              <a:spcBef>
                <a:spcPts val="0"/>
              </a:spcBef>
              <a:spcAft>
                <a:spcPts val="0"/>
              </a:spcAft>
              <a:buClr>
                <a:schemeClr val="dk2"/>
              </a:buClr>
              <a:buSzPts val="8600"/>
              <a:buNone/>
              <a:defRPr sz="8600">
                <a:solidFill>
                  <a:schemeClr val="dk2"/>
                </a:solidFill>
              </a:defRPr>
            </a:lvl9pPr>
          </a:lstStyle>
          <a:p>
            <a:r>
              <a:t>xx%</a:t>
            </a:r>
          </a:p>
        </p:txBody>
      </p:sp>
      <p:sp>
        <p:nvSpPr>
          <p:cNvPr id="193" name="Google Shape;193;p15"/>
          <p:cNvSpPr txBox="1"/>
          <p:nvPr>
            <p:ph idx="1" type="body"/>
          </p:nvPr>
        </p:nvSpPr>
        <p:spPr>
          <a:xfrm>
            <a:off x="1385850" y="2863850"/>
            <a:ext cx="6372300" cy="641100"/>
          </a:xfrm>
          <a:prstGeom prst="rect">
            <a:avLst/>
          </a:prstGeom>
          <a:noFill/>
          <a:ln>
            <a:noFill/>
          </a:ln>
        </p:spPr>
        <p:txBody>
          <a:bodyPr anchorCtr="0" anchor="t" bIns="91425" lIns="91425" spcFirstLastPara="1" rIns="91425" wrap="square" tIns="91425">
            <a:normAutofit/>
          </a:bodyPr>
          <a:lstStyle>
            <a:lvl1pPr indent="-311150" lvl="0" marL="457200" algn="ctr">
              <a:lnSpc>
                <a:spcPct val="115000"/>
              </a:lnSpc>
              <a:spcBef>
                <a:spcPts val="0"/>
              </a:spcBef>
              <a:spcAft>
                <a:spcPts val="0"/>
              </a:spcAft>
              <a:buSzPts val="1300"/>
              <a:buChar char="●"/>
              <a:defRPr/>
            </a:lvl1pPr>
            <a:lvl2pPr indent="-298450" lvl="1" marL="914400" algn="ctr">
              <a:lnSpc>
                <a:spcPct val="115000"/>
              </a:lnSpc>
              <a:spcBef>
                <a:spcPts val="0"/>
              </a:spcBef>
              <a:spcAft>
                <a:spcPts val="0"/>
              </a:spcAft>
              <a:buSzPts val="1100"/>
              <a:buChar char="○"/>
              <a:defRPr/>
            </a:lvl2pPr>
            <a:lvl3pPr indent="-298450" lvl="2" marL="1371600" algn="ctr">
              <a:lnSpc>
                <a:spcPct val="115000"/>
              </a:lnSpc>
              <a:spcBef>
                <a:spcPts val="0"/>
              </a:spcBef>
              <a:spcAft>
                <a:spcPts val="0"/>
              </a:spcAft>
              <a:buSzPts val="1100"/>
              <a:buChar char="■"/>
              <a:defRPr/>
            </a:lvl3pPr>
            <a:lvl4pPr indent="-298450" lvl="3" marL="1828800" algn="ctr">
              <a:lnSpc>
                <a:spcPct val="115000"/>
              </a:lnSpc>
              <a:spcBef>
                <a:spcPts val="0"/>
              </a:spcBef>
              <a:spcAft>
                <a:spcPts val="0"/>
              </a:spcAft>
              <a:buSzPts val="1100"/>
              <a:buChar char="●"/>
              <a:defRPr/>
            </a:lvl4pPr>
            <a:lvl5pPr indent="-298450" lvl="4" marL="2286000" algn="ctr">
              <a:lnSpc>
                <a:spcPct val="115000"/>
              </a:lnSpc>
              <a:spcBef>
                <a:spcPts val="0"/>
              </a:spcBef>
              <a:spcAft>
                <a:spcPts val="0"/>
              </a:spcAft>
              <a:buSzPts val="1100"/>
              <a:buChar char="○"/>
              <a:defRPr/>
            </a:lvl5pPr>
            <a:lvl6pPr indent="-298450" lvl="5" marL="2743200" algn="ctr">
              <a:lnSpc>
                <a:spcPct val="115000"/>
              </a:lnSpc>
              <a:spcBef>
                <a:spcPts val="0"/>
              </a:spcBef>
              <a:spcAft>
                <a:spcPts val="0"/>
              </a:spcAft>
              <a:buSzPts val="1100"/>
              <a:buChar char="■"/>
              <a:defRPr/>
            </a:lvl6pPr>
            <a:lvl7pPr indent="-298450" lvl="6" marL="3200400" algn="ctr">
              <a:lnSpc>
                <a:spcPct val="115000"/>
              </a:lnSpc>
              <a:spcBef>
                <a:spcPts val="0"/>
              </a:spcBef>
              <a:spcAft>
                <a:spcPts val="0"/>
              </a:spcAft>
              <a:buSzPts val="1100"/>
              <a:buChar char="●"/>
              <a:defRPr/>
            </a:lvl7pPr>
            <a:lvl8pPr indent="-298450" lvl="7" marL="3657600" algn="ctr">
              <a:lnSpc>
                <a:spcPct val="115000"/>
              </a:lnSpc>
              <a:spcBef>
                <a:spcPts val="0"/>
              </a:spcBef>
              <a:spcAft>
                <a:spcPts val="0"/>
              </a:spcAft>
              <a:buSzPts val="1100"/>
              <a:buChar char="○"/>
              <a:defRPr/>
            </a:lvl8pPr>
            <a:lvl9pPr indent="-298450" lvl="8" marL="4114800" algn="ctr">
              <a:lnSpc>
                <a:spcPct val="115000"/>
              </a:lnSpc>
              <a:spcBef>
                <a:spcPts val="0"/>
              </a:spcBef>
              <a:spcAft>
                <a:spcPts val="0"/>
              </a:spcAft>
              <a:buSzPts val="1100"/>
              <a:buChar char="■"/>
              <a:defRPr/>
            </a:lvl9pPr>
          </a:lstStyle>
          <a:p/>
        </p:txBody>
      </p:sp>
      <p:sp>
        <p:nvSpPr>
          <p:cNvPr id="194" name="Google Shape;194;p15"/>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bullet-1">
  <p:cSld name="CUSTOM_3_2">
    <p:spTree>
      <p:nvGrpSpPr>
        <p:cNvPr id="195" name="Shape 195"/>
        <p:cNvGrpSpPr/>
        <p:nvPr/>
      </p:nvGrpSpPr>
      <p:grpSpPr>
        <a:xfrm>
          <a:off x="0" y="0"/>
          <a:ext cx="0" cy="0"/>
          <a:chOff x="0" y="0"/>
          <a:chExt cx="0" cy="0"/>
        </a:xfrm>
      </p:grpSpPr>
      <p:sp>
        <p:nvSpPr>
          <p:cNvPr id="196" name="Google Shape;196;p16"/>
          <p:cNvSpPr txBox="1"/>
          <p:nvPr>
            <p:ph idx="1" type="body"/>
          </p:nvPr>
        </p:nvSpPr>
        <p:spPr>
          <a:xfrm>
            <a:off x="1373975" y="2361292"/>
            <a:ext cx="5945700" cy="986100"/>
          </a:xfrm>
          <a:prstGeom prst="rect">
            <a:avLst/>
          </a:prstGeom>
          <a:noFill/>
          <a:ln>
            <a:noFill/>
          </a:ln>
        </p:spPr>
        <p:txBody>
          <a:bodyPr anchorCtr="0" anchor="ctr" bIns="91425" lIns="91425" spcFirstLastPara="1" rIns="91425" wrap="square" tIns="91425">
            <a:normAutofit/>
          </a:bodyPr>
          <a:lstStyle>
            <a:lvl1pPr indent="-317500" lvl="0" marL="457200" algn="l">
              <a:lnSpc>
                <a:spcPct val="115000"/>
              </a:lnSpc>
              <a:spcBef>
                <a:spcPts val="0"/>
              </a:spcBef>
              <a:spcAft>
                <a:spcPts val="0"/>
              </a:spcAft>
              <a:buClr>
                <a:schemeClr val="dk1"/>
              </a:buClr>
              <a:buSzPts val="1400"/>
              <a:buChar char="•"/>
              <a:defRPr sz="1400">
                <a:solidFill>
                  <a:schemeClr val="dk1"/>
                </a:solidFill>
              </a:defRPr>
            </a:lvl1pPr>
            <a:lvl2pPr indent="-298450" lvl="1" marL="914400" algn="l">
              <a:lnSpc>
                <a:spcPct val="115000"/>
              </a:lnSpc>
              <a:spcBef>
                <a:spcPts val="1000"/>
              </a:spcBef>
              <a:spcAft>
                <a:spcPts val="0"/>
              </a:spcAft>
              <a:buClr>
                <a:schemeClr val="dk1"/>
              </a:buClr>
              <a:buSzPts val="1100"/>
              <a:buChar char="○"/>
              <a:defRPr>
                <a:solidFill>
                  <a:schemeClr val="dk1"/>
                </a:solidFill>
              </a:defRPr>
            </a:lvl2pPr>
            <a:lvl3pPr indent="-298450" lvl="2" marL="1371600" algn="l">
              <a:lnSpc>
                <a:spcPct val="115000"/>
              </a:lnSpc>
              <a:spcBef>
                <a:spcPts val="1000"/>
              </a:spcBef>
              <a:spcAft>
                <a:spcPts val="0"/>
              </a:spcAft>
              <a:buClr>
                <a:schemeClr val="dk1"/>
              </a:buClr>
              <a:buSzPts val="1100"/>
              <a:buChar char="■"/>
              <a:defRPr>
                <a:solidFill>
                  <a:schemeClr val="dk1"/>
                </a:solidFill>
              </a:defRPr>
            </a:lvl3pPr>
            <a:lvl4pPr indent="-298450" lvl="3" marL="1828800" algn="l">
              <a:lnSpc>
                <a:spcPct val="115000"/>
              </a:lnSpc>
              <a:spcBef>
                <a:spcPts val="1000"/>
              </a:spcBef>
              <a:spcAft>
                <a:spcPts val="0"/>
              </a:spcAft>
              <a:buClr>
                <a:schemeClr val="dk1"/>
              </a:buClr>
              <a:buSzPts val="1100"/>
              <a:buChar char="●"/>
              <a:defRPr>
                <a:solidFill>
                  <a:schemeClr val="dk1"/>
                </a:solidFill>
              </a:defRPr>
            </a:lvl4pPr>
            <a:lvl5pPr indent="-298450" lvl="4" marL="2286000" algn="l">
              <a:lnSpc>
                <a:spcPct val="115000"/>
              </a:lnSpc>
              <a:spcBef>
                <a:spcPts val="1000"/>
              </a:spcBef>
              <a:spcAft>
                <a:spcPts val="0"/>
              </a:spcAft>
              <a:buClr>
                <a:schemeClr val="dk1"/>
              </a:buClr>
              <a:buSzPts val="1100"/>
              <a:buChar char="○"/>
              <a:defRPr>
                <a:solidFill>
                  <a:schemeClr val="dk1"/>
                </a:solidFill>
              </a:defRPr>
            </a:lvl5pPr>
            <a:lvl6pPr indent="-298450" lvl="5" marL="2743200" algn="l">
              <a:lnSpc>
                <a:spcPct val="115000"/>
              </a:lnSpc>
              <a:spcBef>
                <a:spcPts val="1000"/>
              </a:spcBef>
              <a:spcAft>
                <a:spcPts val="0"/>
              </a:spcAft>
              <a:buClr>
                <a:schemeClr val="dk1"/>
              </a:buClr>
              <a:buSzPts val="1100"/>
              <a:buChar char="■"/>
              <a:defRPr>
                <a:solidFill>
                  <a:schemeClr val="dk1"/>
                </a:solidFill>
              </a:defRPr>
            </a:lvl6pPr>
            <a:lvl7pPr indent="-298450" lvl="6" marL="3200400" algn="l">
              <a:lnSpc>
                <a:spcPct val="115000"/>
              </a:lnSpc>
              <a:spcBef>
                <a:spcPts val="1000"/>
              </a:spcBef>
              <a:spcAft>
                <a:spcPts val="0"/>
              </a:spcAft>
              <a:buClr>
                <a:schemeClr val="dk1"/>
              </a:buClr>
              <a:buSzPts val="1100"/>
              <a:buChar char="●"/>
              <a:defRPr>
                <a:solidFill>
                  <a:schemeClr val="dk1"/>
                </a:solidFill>
              </a:defRPr>
            </a:lvl7pPr>
            <a:lvl8pPr indent="-298450" lvl="7" marL="3657600" algn="l">
              <a:lnSpc>
                <a:spcPct val="115000"/>
              </a:lnSpc>
              <a:spcBef>
                <a:spcPts val="1000"/>
              </a:spcBef>
              <a:spcAft>
                <a:spcPts val="0"/>
              </a:spcAft>
              <a:buClr>
                <a:schemeClr val="dk1"/>
              </a:buClr>
              <a:buSzPts val="1100"/>
              <a:buChar char="○"/>
              <a:defRPr>
                <a:solidFill>
                  <a:schemeClr val="dk1"/>
                </a:solidFill>
              </a:defRPr>
            </a:lvl8pPr>
            <a:lvl9pPr indent="-298450" lvl="8" marL="4114800" algn="l">
              <a:lnSpc>
                <a:spcPct val="115000"/>
              </a:lnSpc>
              <a:spcBef>
                <a:spcPts val="1000"/>
              </a:spcBef>
              <a:spcAft>
                <a:spcPts val="1000"/>
              </a:spcAft>
              <a:buClr>
                <a:schemeClr val="dk1"/>
              </a:buClr>
              <a:buSzPts val="1100"/>
              <a:buChar char="■"/>
              <a:defRPr>
                <a:solidFill>
                  <a:schemeClr val="dk1"/>
                </a:solidFill>
              </a:defRPr>
            </a:lvl9pPr>
          </a:lstStyle>
          <a:p/>
        </p:txBody>
      </p:sp>
      <p:sp>
        <p:nvSpPr>
          <p:cNvPr id="197" name="Google Shape;197;p16"/>
          <p:cNvSpPr txBox="1"/>
          <p:nvPr>
            <p:ph idx="2" type="body"/>
          </p:nvPr>
        </p:nvSpPr>
        <p:spPr>
          <a:xfrm>
            <a:off x="1373975" y="3582596"/>
            <a:ext cx="5945700" cy="986100"/>
          </a:xfrm>
          <a:prstGeom prst="rect">
            <a:avLst/>
          </a:prstGeom>
          <a:noFill/>
          <a:ln>
            <a:noFill/>
          </a:ln>
        </p:spPr>
        <p:txBody>
          <a:bodyPr anchorCtr="0" anchor="ctr" bIns="91425" lIns="91425" spcFirstLastPara="1" rIns="91425" wrap="square" tIns="91425">
            <a:normAutofit/>
          </a:bodyPr>
          <a:lstStyle>
            <a:lvl1pPr indent="-317500" lvl="0" marL="457200" algn="l">
              <a:lnSpc>
                <a:spcPct val="115000"/>
              </a:lnSpc>
              <a:spcBef>
                <a:spcPts val="0"/>
              </a:spcBef>
              <a:spcAft>
                <a:spcPts val="0"/>
              </a:spcAft>
              <a:buClr>
                <a:schemeClr val="dk1"/>
              </a:buClr>
              <a:buSzPts val="1400"/>
              <a:buChar char="•"/>
              <a:defRPr sz="1400">
                <a:solidFill>
                  <a:schemeClr val="dk1"/>
                </a:solidFill>
              </a:defRPr>
            </a:lvl1pPr>
            <a:lvl2pPr indent="-298450" lvl="1" marL="914400" algn="l">
              <a:lnSpc>
                <a:spcPct val="115000"/>
              </a:lnSpc>
              <a:spcBef>
                <a:spcPts val="1000"/>
              </a:spcBef>
              <a:spcAft>
                <a:spcPts val="0"/>
              </a:spcAft>
              <a:buClr>
                <a:schemeClr val="dk1"/>
              </a:buClr>
              <a:buSzPts val="1100"/>
              <a:buChar char="○"/>
              <a:defRPr>
                <a:solidFill>
                  <a:schemeClr val="dk1"/>
                </a:solidFill>
              </a:defRPr>
            </a:lvl2pPr>
            <a:lvl3pPr indent="-298450" lvl="2" marL="1371600" algn="l">
              <a:lnSpc>
                <a:spcPct val="115000"/>
              </a:lnSpc>
              <a:spcBef>
                <a:spcPts val="1000"/>
              </a:spcBef>
              <a:spcAft>
                <a:spcPts val="0"/>
              </a:spcAft>
              <a:buClr>
                <a:schemeClr val="dk1"/>
              </a:buClr>
              <a:buSzPts val="1100"/>
              <a:buChar char="■"/>
              <a:defRPr>
                <a:solidFill>
                  <a:schemeClr val="dk1"/>
                </a:solidFill>
              </a:defRPr>
            </a:lvl3pPr>
            <a:lvl4pPr indent="-298450" lvl="3" marL="1828800" algn="l">
              <a:lnSpc>
                <a:spcPct val="115000"/>
              </a:lnSpc>
              <a:spcBef>
                <a:spcPts val="1000"/>
              </a:spcBef>
              <a:spcAft>
                <a:spcPts val="0"/>
              </a:spcAft>
              <a:buClr>
                <a:schemeClr val="dk1"/>
              </a:buClr>
              <a:buSzPts val="1100"/>
              <a:buChar char="●"/>
              <a:defRPr>
                <a:solidFill>
                  <a:schemeClr val="dk1"/>
                </a:solidFill>
              </a:defRPr>
            </a:lvl4pPr>
            <a:lvl5pPr indent="-298450" lvl="4" marL="2286000" algn="l">
              <a:lnSpc>
                <a:spcPct val="115000"/>
              </a:lnSpc>
              <a:spcBef>
                <a:spcPts val="1000"/>
              </a:spcBef>
              <a:spcAft>
                <a:spcPts val="0"/>
              </a:spcAft>
              <a:buClr>
                <a:schemeClr val="dk1"/>
              </a:buClr>
              <a:buSzPts val="1100"/>
              <a:buChar char="○"/>
              <a:defRPr>
                <a:solidFill>
                  <a:schemeClr val="dk1"/>
                </a:solidFill>
              </a:defRPr>
            </a:lvl5pPr>
            <a:lvl6pPr indent="-298450" lvl="5" marL="2743200" algn="l">
              <a:lnSpc>
                <a:spcPct val="115000"/>
              </a:lnSpc>
              <a:spcBef>
                <a:spcPts val="1000"/>
              </a:spcBef>
              <a:spcAft>
                <a:spcPts val="0"/>
              </a:spcAft>
              <a:buClr>
                <a:schemeClr val="dk1"/>
              </a:buClr>
              <a:buSzPts val="1100"/>
              <a:buChar char="■"/>
              <a:defRPr>
                <a:solidFill>
                  <a:schemeClr val="dk1"/>
                </a:solidFill>
              </a:defRPr>
            </a:lvl6pPr>
            <a:lvl7pPr indent="-298450" lvl="6" marL="3200400" algn="l">
              <a:lnSpc>
                <a:spcPct val="115000"/>
              </a:lnSpc>
              <a:spcBef>
                <a:spcPts val="1000"/>
              </a:spcBef>
              <a:spcAft>
                <a:spcPts val="0"/>
              </a:spcAft>
              <a:buClr>
                <a:schemeClr val="dk1"/>
              </a:buClr>
              <a:buSzPts val="1100"/>
              <a:buChar char="●"/>
              <a:defRPr>
                <a:solidFill>
                  <a:schemeClr val="dk1"/>
                </a:solidFill>
              </a:defRPr>
            </a:lvl7pPr>
            <a:lvl8pPr indent="-298450" lvl="7" marL="3657600" algn="l">
              <a:lnSpc>
                <a:spcPct val="115000"/>
              </a:lnSpc>
              <a:spcBef>
                <a:spcPts val="1000"/>
              </a:spcBef>
              <a:spcAft>
                <a:spcPts val="0"/>
              </a:spcAft>
              <a:buClr>
                <a:schemeClr val="dk1"/>
              </a:buClr>
              <a:buSzPts val="1100"/>
              <a:buChar char="○"/>
              <a:defRPr>
                <a:solidFill>
                  <a:schemeClr val="dk1"/>
                </a:solidFill>
              </a:defRPr>
            </a:lvl8pPr>
            <a:lvl9pPr indent="-298450" lvl="8" marL="4114800" algn="l">
              <a:lnSpc>
                <a:spcPct val="115000"/>
              </a:lnSpc>
              <a:spcBef>
                <a:spcPts val="1000"/>
              </a:spcBef>
              <a:spcAft>
                <a:spcPts val="1000"/>
              </a:spcAft>
              <a:buClr>
                <a:schemeClr val="dk1"/>
              </a:buClr>
              <a:buSzPts val="1100"/>
              <a:buChar char="■"/>
              <a:defRPr>
                <a:solidFill>
                  <a:schemeClr val="dk1"/>
                </a:solidFill>
              </a:defRPr>
            </a:lvl9pPr>
          </a:lstStyle>
          <a:p/>
        </p:txBody>
      </p:sp>
      <p:sp>
        <p:nvSpPr>
          <p:cNvPr id="198" name="Google Shape;198;p16"/>
          <p:cNvSpPr txBox="1"/>
          <p:nvPr>
            <p:ph type="title"/>
          </p:nvPr>
        </p:nvSpPr>
        <p:spPr>
          <a:xfrm>
            <a:off x="457200" y="445025"/>
            <a:ext cx="8229600" cy="572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2800"/>
              <a:buFont typeface="Hanken Grotesk"/>
              <a:buNone/>
              <a:defRPr b="1">
                <a:latin typeface="Hanken Grotesk"/>
                <a:ea typeface="Hanken Grotesk"/>
                <a:cs typeface="Hanken Grotesk"/>
                <a:sym typeface="Hanken Grotesk"/>
              </a:defRPr>
            </a:lvl1pPr>
            <a:lvl2pPr lvl="1" algn="l">
              <a:lnSpc>
                <a:spcPct val="100000"/>
              </a:lnSpc>
              <a:spcBef>
                <a:spcPts val="0"/>
              </a:spcBef>
              <a:spcAft>
                <a:spcPts val="0"/>
              </a:spcAft>
              <a:buSzPts val="2800"/>
              <a:buFont typeface="Hanken Grotesk"/>
              <a:buNone/>
              <a:defRPr b="1">
                <a:latin typeface="Hanken Grotesk"/>
                <a:ea typeface="Hanken Grotesk"/>
                <a:cs typeface="Hanken Grotesk"/>
                <a:sym typeface="Hanken Grotesk"/>
              </a:defRPr>
            </a:lvl2pPr>
            <a:lvl3pPr lvl="2" algn="l">
              <a:lnSpc>
                <a:spcPct val="100000"/>
              </a:lnSpc>
              <a:spcBef>
                <a:spcPts val="0"/>
              </a:spcBef>
              <a:spcAft>
                <a:spcPts val="0"/>
              </a:spcAft>
              <a:buSzPts val="2800"/>
              <a:buFont typeface="Hanken Grotesk"/>
              <a:buNone/>
              <a:defRPr b="1">
                <a:latin typeface="Hanken Grotesk"/>
                <a:ea typeface="Hanken Grotesk"/>
                <a:cs typeface="Hanken Grotesk"/>
                <a:sym typeface="Hanken Grotesk"/>
              </a:defRPr>
            </a:lvl3pPr>
            <a:lvl4pPr lvl="3" algn="l">
              <a:lnSpc>
                <a:spcPct val="100000"/>
              </a:lnSpc>
              <a:spcBef>
                <a:spcPts val="0"/>
              </a:spcBef>
              <a:spcAft>
                <a:spcPts val="0"/>
              </a:spcAft>
              <a:buSzPts val="2800"/>
              <a:buFont typeface="Hanken Grotesk"/>
              <a:buNone/>
              <a:defRPr b="1">
                <a:latin typeface="Hanken Grotesk"/>
                <a:ea typeface="Hanken Grotesk"/>
                <a:cs typeface="Hanken Grotesk"/>
                <a:sym typeface="Hanken Grotesk"/>
              </a:defRPr>
            </a:lvl4pPr>
            <a:lvl5pPr lvl="4" algn="l">
              <a:lnSpc>
                <a:spcPct val="100000"/>
              </a:lnSpc>
              <a:spcBef>
                <a:spcPts val="0"/>
              </a:spcBef>
              <a:spcAft>
                <a:spcPts val="0"/>
              </a:spcAft>
              <a:buSzPts val="2800"/>
              <a:buFont typeface="Hanken Grotesk"/>
              <a:buNone/>
              <a:defRPr b="1">
                <a:latin typeface="Hanken Grotesk"/>
                <a:ea typeface="Hanken Grotesk"/>
                <a:cs typeface="Hanken Grotesk"/>
                <a:sym typeface="Hanken Grotesk"/>
              </a:defRPr>
            </a:lvl5pPr>
            <a:lvl6pPr lvl="5" algn="l">
              <a:lnSpc>
                <a:spcPct val="100000"/>
              </a:lnSpc>
              <a:spcBef>
                <a:spcPts val="0"/>
              </a:spcBef>
              <a:spcAft>
                <a:spcPts val="0"/>
              </a:spcAft>
              <a:buSzPts val="2800"/>
              <a:buFont typeface="Hanken Grotesk"/>
              <a:buNone/>
              <a:defRPr b="1">
                <a:latin typeface="Hanken Grotesk"/>
                <a:ea typeface="Hanken Grotesk"/>
                <a:cs typeface="Hanken Grotesk"/>
                <a:sym typeface="Hanken Grotesk"/>
              </a:defRPr>
            </a:lvl6pPr>
            <a:lvl7pPr lvl="6" algn="l">
              <a:lnSpc>
                <a:spcPct val="100000"/>
              </a:lnSpc>
              <a:spcBef>
                <a:spcPts val="0"/>
              </a:spcBef>
              <a:spcAft>
                <a:spcPts val="0"/>
              </a:spcAft>
              <a:buSzPts val="2800"/>
              <a:buFont typeface="Hanken Grotesk"/>
              <a:buNone/>
              <a:defRPr b="1">
                <a:latin typeface="Hanken Grotesk"/>
                <a:ea typeface="Hanken Grotesk"/>
                <a:cs typeface="Hanken Grotesk"/>
                <a:sym typeface="Hanken Grotesk"/>
              </a:defRPr>
            </a:lvl7pPr>
            <a:lvl8pPr lvl="7" algn="l">
              <a:lnSpc>
                <a:spcPct val="100000"/>
              </a:lnSpc>
              <a:spcBef>
                <a:spcPts val="0"/>
              </a:spcBef>
              <a:spcAft>
                <a:spcPts val="0"/>
              </a:spcAft>
              <a:buSzPts val="2800"/>
              <a:buFont typeface="Hanken Grotesk"/>
              <a:buNone/>
              <a:defRPr b="1">
                <a:latin typeface="Hanken Grotesk"/>
                <a:ea typeface="Hanken Grotesk"/>
                <a:cs typeface="Hanken Grotesk"/>
                <a:sym typeface="Hanken Grotesk"/>
              </a:defRPr>
            </a:lvl8pPr>
            <a:lvl9pPr lvl="8" algn="l">
              <a:lnSpc>
                <a:spcPct val="100000"/>
              </a:lnSpc>
              <a:spcBef>
                <a:spcPts val="0"/>
              </a:spcBef>
              <a:spcAft>
                <a:spcPts val="0"/>
              </a:spcAft>
              <a:buSzPts val="2800"/>
              <a:buFont typeface="Hanken Grotesk"/>
              <a:buNone/>
              <a:defRPr b="1">
                <a:latin typeface="Hanken Grotesk"/>
                <a:ea typeface="Hanken Grotesk"/>
                <a:cs typeface="Hanken Grotesk"/>
                <a:sym typeface="Hanken Grotesk"/>
              </a:defRPr>
            </a:lvl9pPr>
          </a:lstStyle>
          <a:p/>
        </p:txBody>
      </p:sp>
      <p:sp>
        <p:nvSpPr>
          <p:cNvPr id="199" name="Google Shape;199;p16"/>
          <p:cNvSpPr txBox="1"/>
          <p:nvPr>
            <p:ph idx="3" type="body"/>
          </p:nvPr>
        </p:nvSpPr>
        <p:spPr>
          <a:xfrm>
            <a:off x="1373975" y="1140000"/>
            <a:ext cx="5945700" cy="986100"/>
          </a:xfrm>
          <a:prstGeom prst="rect">
            <a:avLst/>
          </a:prstGeom>
          <a:noFill/>
          <a:ln>
            <a:noFill/>
          </a:ln>
        </p:spPr>
        <p:txBody>
          <a:bodyPr anchorCtr="0" anchor="ctr" bIns="91425" lIns="91425" spcFirstLastPara="1" rIns="91425" wrap="square" tIns="91425">
            <a:normAutofit/>
          </a:bodyPr>
          <a:lstStyle>
            <a:lvl1pPr indent="-317500" lvl="0" marL="457200" algn="l">
              <a:lnSpc>
                <a:spcPct val="115000"/>
              </a:lnSpc>
              <a:spcBef>
                <a:spcPts val="0"/>
              </a:spcBef>
              <a:spcAft>
                <a:spcPts val="0"/>
              </a:spcAft>
              <a:buClr>
                <a:schemeClr val="dk1"/>
              </a:buClr>
              <a:buSzPts val="1400"/>
              <a:buChar char="•"/>
              <a:defRPr sz="1400">
                <a:solidFill>
                  <a:schemeClr val="dk1"/>
                </a:solidFill>
              </a:defRPr>
            </a:lvl1pPr>
            <a:lvl2pPr indent="-298450" lvl="1" marL="914400" algn="l">
              <a:lnSpc>
                <a:spcPct val="115000"/>
              </a:lnSpc>
              <a:spcBef>
                <a:spcPts val="1000"/>
              </a:spcBef>
              <a:spcAft>
                <a:spcPts val="0"/>
              </a:spcAft>
              <a:buClr>
                <a:schemeClr val="dk1"/>
              </a:buClr>
              <a:buSzPts val="1100"/>
              <a:buChar char="○"/>
              <a:defRPr>
                <a:solidFill>
                  <a:schemeClr val="dk1"/>
                </a:solidFill>
              </a:defRPr>
            </a:lvl2pPr>
            <a:lvl3pPr indent="-298450" lvl="2" marL="1371600" algn="l">
              <a:lnSpc>
                <a:spcPct val="115000"/>
              </a:lnSpc>
              <a:spcBef>
                <a:spcPts val="1000"/>
              </a:spcBef>
              <a:spcAft>
                <a:spcPts val="0"/>
              </a:spcAft>
              <a:buClr>
                <a:schemeClr val="dk1"/>
              </a:buClr>
              <a:buSzPts val="1100"/>
              <a:buChar char="■"/>
              <a:defRPr>
                <a:solidFill>
                  <a:schemeClr val="dk1"/>
                </a:solidFill>
              </a:defRPr>
            </a:lvl3pPr>
            <a:lvl4pPr indent="-298450" lvl="3" marL="1828800" algn="l">
              <a:lnSpc>
                <a:spcPct val="115000"/>
              </a:lnSpc>
              <a:spcBef>
                <a:spcPts val="1000"/>
              </a:spcBef>
              <a:spcAft>
                <a:spcPts val="0"/>
              </a:spcAft>
              <a:buClr>
                <a:schemeClr val="dk1"/>
              </a:buClr>
              <a:buSzPts val="1100"/>
              <a:buChar char="●"/>
              <a:defRPr>
                <a:solidFill>
                  <a:schemeClr val="dk1"/>
                </a:solidFill>
              </a:defRPr>
            </a:lvl4pPr>
            <a:lvl5pPr indent="-298450" lvl="4" marL="2286000" algn="l">
              <a:lnSpc>
                <a:spcPct val="115000"/>
              </a:lnSpc>
              <a:spcBef>
                <a:spcPts val="1000"/>
              </a:spcBef>
              <a:spcAft>
                <a:spcPts val="0"/>
              </a:spcAft>
              <a:buClr>
                <a:schemeClr val="dk1"/>
              </a:buClr>
              <a:buSzPts val="1100"/>
              <a:buChar char="○"/>
              <a:defRPr>
                <a:solidFill>
                  <a:schemeClr val="dk1"/>
                </a:solidFill>
              </a:defRPr>
            </a:lvl5pPr>
            <a:lvl6pPr indent="-298450" lvl="5" marL="2743200" algn="l">
              <a:lnSpc>
                <a:spcPct val="115000"/>
              </a:lnSpc>
              <a:spcBef>
                <a:spcPts val="1000"/>
              </a:spcBef>
              <a:spcAft>
                <a:spcPts val="0"/>
              </a:spcAft>
              <a:buClr>
                <a:schemeClr val="dk1"/>
              </a:buClr>
              <a:buSzPts val="1100"/>
              <a:buChar char="■"/>
              <a:defRPr>
                <a:solidFill>
                  <a:schemeClr val="dk1"/>
                </a:solidFill>
              </a:defRPr>
            </a:lvl6pPr>
            <a:lvl7pPr indent="-298450" lvl="6" marL="3200400" algn="l">
              <a:lnSpc>
                <a:spcPct val="115000"/>
              </a:lnSpc>
              <a:spcBef>
                <a:spcPts val="1000"/>
              </a:spcBef>
              <a:spcAft>
                <a:spcPts val="0"/>
              </a:spcAft>
              <a:buClr>
                <a:schemeClr val="dk1"/>
              </a:buClr>
              <a:buSzPts val="1100"/>
              <a:buChar char="●"/>
              <a:defRPr>
                <a:solidFill>
                  <a:schemeClr val="dk1"/>
                </a:solidFill>
              </a:defRPr>
            </a:lvl7pPr>
            <a:lvl8pPr indent="-298450" lvl="7" marL="3657600" algn="l">
              <a:lnSpc>
                <a:spcPct val="115000"/>
              </a:lnSpc>
              <a:spcBef>
                <a:spcPts val="1000"/>
              </a:spcBef>
              <a:spcAft>
                <a:spcPts val="0"/>
              </a:spcAft>
              <a:buClr>
                <a:schemeClr val="dk1"/>
              </a:buClr>
              <a:buSzPts val="1100"/>
              <a:buChar char="○"/>
              <a:defRPr>
                <a:solidFill>
                  <a:schemeClr val="dk1"/>
                </a:solidFill>
              </a:defRPr>
            </a:lvl8pPr>
            <a:lvl9pPr indent="-298450" lvl="8" marL="4114800" algn="l">
              <a:lnSpc>
                <a:spcPct val="115000"/>
              </a:lnSpc>
              <a:spcBef>
                <a:spcPts val="1000"/>
              </a:spcBef>
              <a:spcAft>
                <a:spcPts val="1000"/>
              </a:spcAft>
              <a:buClr>
                <a:schemeClr val="dk1"/>
              </a:buClr>
              <a:buSzPts val="1100"/>
              <a:buChar char="■"/>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3" name="Shape 203"/>
        <p:cNvGrpSpPr/>
        <p:nvPr/>
      </p:nvGrpSpPr>
      <p:grpSpPr>
        <a:xfrm>
          <a:off x="0" y="0"/>
          <a:ext cx="0" cy="0"/>
          <a:chOff x="0" y="0"/>
          <a:chExt cx="0" cy="0"/>
        </a:xfrm>
      </p:grpSpPr>
      <p:grpSp>
        <p:nvGrpSpPr>
          <p:cNvPr id="204" name="Google Shape;204;p18"/>
          <p:cNvGrpSpPr/>
          <p:nvPr/>
        </p:nvGrpSpPr>
        <p:grpSpPr>
          <a:xfrm>
            <a:off x="-642935" y="-1483293"/>
            <a:ext cx="10417533" cy="7928896"/>
            <a:chOff x="-642935" y="-1483293"/>
            <a:chExt cx="10417533" cy="7928896"/>
          </a:xfrm>
        </p:grpSpPr>
        <p:sp>
          <p:nvSpPr>
            <p:cNvPr id="205" name="Google Shape;205;p18"/>
            <p:cNvSpPr/>
            <p:nvPr/>
          </p:nvSpPr>
          <p:spPr>
            <a:xfrm rot="10800000">
              <a:off x="-642935" y="-1483293"/>
              <a:ext cx="9294978" cy="1911396"/>
            </a:xfrm>
            <a:custGeom>
              <a:rect b="b" l="l" r="r" t="t"/>
              <a:pathLst>
                <a:path extrusionOk="0" h="26774" w="13020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8"/>
            <p:cNvSpPr/>
            <p:nvPr/>
          </p:nvSpPr>
          <p:spPr>
            <a:xfrm flipH="1">
              <a:off x="6254199" y="4604003"/>
              <a:ext cx="3520399" cy="1841600"/>
            </a:xfrm>
            <a:custGeom>
              <a:rect b="b" l="l" r="r" t="t"/>
              <a:pathLst>
                <a:path extrusionOk="0" h="33981" w="64958">
                  <a:moveTo>
                    <a:pt x="1" y="0"/>
                  </a:moveTo>
                  <a:lnTo>
                    <a:pt x="1" y="33831"/>
                  </a:lnTo>
                  <a:lnTo>
                    <a:pt x="64957" y="33980"/>
                  </a:lnTo>
                  <a:lnTo>
                    <a:pt x="64957" y="33980"/>
                  </a:lnTo>
                  <a:lnTo>
                    <a:pt x="3099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07" name="Google Shape;207;p18"/>
          <p:cNvGrpSpPr/>
          <p:nvPr/>
        </p:nvGrpSpPr>
        <p:grpSpPr>
          <a:xfrm>
            <a:off x="-732996" y="7"/>
            <a:ext cx="7266639" cy="5159850"/>
            <a:chOff x="-732996" y="7"/>
            <a:chExt cx="7266639" cy="5159850"/>
          </a:xfrm>
        </p:grpSpPr>
        <p:sp>
          <p:nvSpPr>
            <p:cNvPr id="208" name="Google Shape;208;p18"/>
            <p:cNvSpPr/>
            <p:nvPr/>
          </p:nvSpPr>
          <p:spPr>
            <a:xfrm rot="10800000">
              <a:off x="4161656" y="4976326"/>
              <a:ext cx="1006784" cy="183531"/>
            </a:xfrm>
            <a:custGeom>
              <a:rect b="b" l="l" r="r" t="t"/>
              <a:pathLst>
                <a:path extrusionOk="0" h="2889" w="15848">
                  <a:moveTo>
                    <a:pt x="0" y="0"/>
                  </a:moveTo>
                  <a:lnTo>
                    <a:pt x="2889" y="2889"/>
                  </a:lnTo>
                  <a:lnTo>
                    <a:pt x="15847" y="2889"/>
                  </a:lnTo>
                  <a:lnTo>
                    <a:pt x="1295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8"/>
            <p:cNvSpPr/>
            <p:nvPr/>
          </p:nvSpPr>
          <p:spPr>
            <a:xfrm rot="10800000">
              <a:off x="5115392" y="7"/>
              <a:ext cx="1418251" cy="267006"/>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18"/>
            <p:cNvSpPr/>
            <p:nvPr/>
          </p:nvSpPr>
          <p:spPr>
            <a:xfrm flipH="1">
              <a:off x="-732996" y="4324988"/>
              <a:ext cx="1821969" cy="184293"/>
            </a:xfrm>
            <a:custGeom>
              <a:rect b="b" l="l" r="r" t="t"/>
              <a:pathLst>
                <a:path extrusionOk="0" h="2901" w="28680">
                  <a:moveTo>
                    <a:pt x="28679" y="1"/>
                  </a:moveTo>
                  <a:lnTo>
                    <a:pt x="2737" y="162"/>
                  </a:lnTo>
                  <a:lnTo>
                    <a:pt x="1" y="2900"/>
                  </a:lnTo>
                  <a:lnTo>
                    <a:pt x="28679" y="2751"/>
                  </a:lnTo>
                  <a:lnTo>
                    <a:pt x="2867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11" name="Google Shape;211;p18"/>
          <p:cNvSpPr txBox="1"/>
          <p:nvPr>
            <p:ph type="title"/>
          </p:nvPr>
        </p:nvSpPr>
        <p:spPr>
          <a:xfrm>
            <a:off x="2085025" y="1564950"/>
            <a:ext cx="4158300" cy="15114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4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2" name="Google Shape;212;p18"/>
          <p:cNvSpPr txBox="1"/>
          <p:nvPr>
            <p:ph idx="2" type="title"/>
          </p:nvPr>
        </p:nvSpPr>
        <p:spPr>
          <a:xfrm>
            <a:off x="1050075" y="1564950"/>
            <a:ext cx="969000" cy="15114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6000"/>
              <a:buFont typeface="Poppins"/>
              <a:buNone/>
              <a:defRPr sz="4100">
                <a:latin typeface="Poppins"/>
                <a:ea typeface="Poppins"/>
                <a:cs typeface="Poppins"/>
                <a:sym typeface="Poppins"/>
              </a:defRPr>
            </a:lvl1pPr>
            <a:lvl2pPr lvl="1"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2pPr>
            <a:lvl3pPr lvl="2"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3pPr>
            <a:lvl4pPr lvl="3"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4pPr>
            <a:lvl5pPr lvl="4"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5pPr>
            <a:lvl6pPr lvl="5"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6pPr>
            <a:lvl7pPr lvl="6"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7pPr>
            <a:lvl8pPr lvl="7"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8pPr>
            <a:lvl9pPr lvl="8" algn="ctr">
              <a:lnSpc>
                <a:spcPct val="100000"/>
              </a:lnSpc>
              <a:spcBef>
                <a:spcPts val="0"/>
              </a:spcBef>
              <a:spcAft>
                <a:spcPts val="0"/>
              </a:spcAft>
              <a:buClr>
                <a:schemeClr val="lt1"/>
              </a:buClr>
              <a:buSzPts val="6000"/>
              <a:buFont typeface="Poppins"/>
              <a:buNone/>
              <a:defRPr b="0" sz="6000">
                <a:solidFill>
                  <a:schemeClr val="lt1"/>
                </a:solidFill>
                <a:latin typeface="Poppins"/>
                <a:ea typeface="Poppins"/>
                <a:cs typeface="Poppins"/>
                <a:sym typeface="Poppins"/>
              </a:defRPr>
            </a:lvl9pPr>
          </a:lstStyle>
          <a:p/>
        </p:txBody>
      </p:sp>
      <p:grpSp>
        <p:nvGrpSpPr>
          <p:cNvPr id="213" name="Google Shape;213;p18"/>
          <p:cNvGrpSpPr/>
          <p:nvPr/>
        </p:nvGrpSpPr>
        <p:grpSpPr>
          <a:xfrm>
            <a:off x="-10" y="-2237114"/>
            <a:ext cx="9822707" cy="9720614"/>
            <a:chOff x="-10" y="-2237114"/>
            <a:chExt cx="9822707" cy="9720614"/>
          </a:xfrm>
        </p:grpSpPr>
        <p:sp>
          <p:nvSpPr>
            <p:cNvPr id="214" name="Google Shape;214;p18"/>
            <p:cNvSpPr/>
            <p:nvPr/>
          </p:nvSpPr>
          <p:spPr>
            <a:xfrm rot="10800000">
              <a:off x="4707290" y="-2237114"/>
              <a:ext cx="5115407" cy="3017539"/>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8"/>
            <p:cNvSpPr/>
            <p:nvPr/>
          </p:nvSpPr>
          <p:spPr>
            <a:xfrm>
              <a:off x="-10" y="4465961"/>
              <a:ext cx="5115407" cy="3017539"/>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16" name="Google Shape;216;p18"/>
          <p:cNvGrpSpPr/>
          <p:nvPr/>
        </p:nvGrpSpPr>
        <p:grpSpPr>
          <a:xfrm flipH="1">
            <a:off x="-1344316" y="539497"/>
            <a:ext cx="3074608" cy="453929"/>
            <a:chOff x="5478797" y="847322"/>
            <a:chExt cx="3074608" cy="453929"/>
          </a:xfrm>
        </p:grpSpPr>
        <p:grpSp>
          <p:nvGrpSpPr>
            <p:cNvPr id="217" name="Google Shape;217;p18"/>
            <p:cNvGrpSpPr/>
            <p:nvPr/>
          </p:nvGrpSpPr>
          <p:grpSpPr>
            <a:xfrm flipH="1">
              <a:off x="5675409" y="922406"/>
              <a:ext cx="2877996" cy="223763"/>
              <a:chOff x="1687059" y="2012316"/>
              <a:chExt cx="3573375" cy="277863"/>
            </a:xfrm>
          </p:grpSpPr>
          <p:sp>
            <p:nvSpPr>
              <p:cNvPr id="218" name="Google Shape;218;p18"/>
              <p:cNvSpPr/>
              <p:nvPr/>
            </p:nvSpPr>
            <p:spPr>
              <a:xfrm>
                <a:off x="1687059" y="2012316"/>
                <a:ext cx="3516675" cy="253825"/>
              </a:xfrm>
              <a:custGeom>
                <a:rect b="b" l="l" r="r" t="t"/>
                <a:pathLst>
                  <a:path extrusionOk="0" h="10153" w="140667">
                    <a:moveTo>
                      <a:pt x="0" y="0"/>
                    </a:moveTo>
                    <a:lnTo>
                      <a:pt x="67520" y="0"/>
                    </a:lnTo>
                    <a:lnTo>
                      <a:pt x="77673" y="10153"/>
                    </a:lnTo>
                    <a:lnTo>
                      <a:pt x="140667" y="10153"/>
                    </a:lnTo>
                  </a:path>
                </a:pathLst>
              </a:custGeom>
              <a:noFill/>
              <a:ln cap="flat" cmpd="sng" w="9525">
                <a:solidFill>
                  <a:schemeClr val="dk1"/>
                </a:solidFill>
                <a:prstDash val="solid"/>
                <a:round/>
                <a:headEnd len="sm" w="sm" type="none"/>
                <a:tailEnd len="sm" w="sm" type="none"/>
              </a:ln>
            </p:spPr>
          </p:sp>
          <p:sp>
            <p:nvSpPr>
              <p:cNvPr id="219" name="Google Shape;219;p18"/>
              <p:cNvSpPr/>
              <p:nvPr/>
            </p:nvSpPr>
            <p:spPr>
              <a:xfrm>
                <a:off x="5203734" y="2233479"/>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0" name="Google Shape;220;p18"/>
            <p:cNvGrpSpPr/>
            <p:nvPr/>
          </p:nvGrpSpPr>
          <p:grpSpPr>
            <a:xfrm flipH="1">
              <a:off x="5478797" y="1255590"/>
              <a:ext cx="3010303" cy="45661"/>
              <a:chOff x="1766900" y="2869225"/>
              <a:chExt cx="3737650" cy="56700"/>
            </a:xfrm>
          </p:grpSpPr>
          <p:cxnSp>
            <p:nvCxnSpPr>
              <p:cNvPr id="221" name="Google Shape;221;p18"/>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222" name="Google Shape;222;p18"/>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23" name="Google Shape;223;p18"/>
            <p:cNvGrpSpPr/>
            <p:nvPr/>
          </p:nvGrpSpPr>
          <p:grpSpPr>
            <a:xfrm flipH="1">
              <a:off x="6072799" y="847322"/>
              <a:ext cx="2430997" cy="185534"/>
              <a:chOff x="1748547" y="1392116"/>
              <a:chExt cx="5911958" cy="451312"/>
            </a:xfrm>
          </p:grpSpPr>
          <p:sp>
            <p:nvSpPr>
              <p:cNvPr id="224" name="Google Shape;224;p18"/>
              <p:cNvSpPr/>
              <p:nvPr/>
            </p:nvSpPr>
            <p:spPr>
              <a:xfrm>
                <a:off x="7542305" y="1725228"/>
                <a:ext cx="118200" cy="11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p18"/>
              <p:cNvSpPr/>
              <p:nvPr/>
            </p:nvSpPr>
            <p:spPr>
              <a:xfrm>
                <a:off x="1748547" y="1392116"/>
                <a:ext cx="5793758" cy="395567"/>
              </a:xfrm>
              <a:custGeom>
                <a:rect b="b" l="l" r="r" t="t"/>
                <a:pathLst>
                  <a:path extrusionOk="0" h="7583" w="111066">
                    <a:moveTo>
                      <a:pt x="0" y="0"/>
                    </a:moveTo>
                    <a:lnTo>
                      <a:pt x="79263" y="0"/>
                    </a:lnTo>
                    <a:lnTo>
                      <a:pt x="86847" y="7583"/>
                    </a:lnTo>
                    <a:lnTo>
                      <a:pt x="111066" y="7583"/>
                    </a:lnTo>
                  </a:path>
                </a:pathLst>
              </a:custGeom>
              <a:noFill/>
              <a:ln cap="flat" cmpd="sng" w="9525">
                <a:solidFill>
                  <a:schemeClr val="dk1"/>
                </a:solidFill>
                <a:prstDash val="solid"/>
                <a:round/>
                <a:headEnd len="sm" w="sm" type="none"/>
                <a:tailEnd len="sm" w="sm" type="none"/>
              </a:ln>
            </p:spPr>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26" name="Shape 226"/>
        <p:cNvGrpSpPr/>
        <p:nvPr/>
      </p:nvGrpSpPr>
      <p:grpSpPr>
        <a:xfrm>
          <a:off x="0" y="0"/>
          <a:ext cx="0" cy="0"/>
          <a:chOff x="0" y="0"/>
          <a:chExt cx="0" cy="0"/>
        </a:xfrm>
      </p:grpSpPr>
      <p:sp>
        <p:nvSpPr>
          <p:cNvPr id="227" name="Google Shape;227;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sz="26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28" name="Google Shape;228;p19"/>
          <p:cNvSpPr txBox="1"/>
          <p:nvPr>
            <p:ph idx="1" type="subTitle"/>
          </p:nvPr>
        </p:nvSpPr>
        <p:spPr>
          <a:xfrm>
            <a:off x="4755095" y="1667625"/>
            <a:ext cx="3040800" cy="210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29" name="Google Shape;229;p19"/>
          <p:cNvSpPr txBox="1"/>
          <p:nvPr>
            <p:ph idx="2" type="subTitle"/>
          </p:nvPr>
        </p:nvSpPr>
        <p:spPr>
          <a:xfrm>
            <a:off x="1348100" y="1667625"/>
            <a:ext cx="3040800" cy="2103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230" name="Google Shape;230;p19"/>
          <p:cNvGrpSpPr/>
          <p:nvPr/>
        </p:nvGrpSpPr>
        <p:grpSpPr>
          <a:xfrm rot="10800000">
            <a:off x="-106737" y="-1645007"/>
            <a:ext cx="9548249" cy="7357519"/>
            <a:chOff x="-1311525" y="-1414418"/>
            <a:chExt cx="9548249" cy="7357519"/>
          </a:xfrm>
        </p:grpSpPr>
        <p:sp>
          <p:nvSpPr>
            <p:cNvPr id="231" name="Google Shape;231;p19"/>
            <p:cNvSpPr/>
            <p:nvPr/>
          </p:nvSpPr>
          <p:spPr>
            <a:xfrm rot="10800000">
              <a:off x="-1311525" y="-1414418"/>
              <a:ext cx="2805272" cy="1537408"/>
            </a:xfrm>
            <a:custGeom>
              <a:rect b="b" l="l" r="r" t="t"/>
              <a:pathLst>
                <a:path extrusionOk="0" h="48014" w="87610">
                  <a:moveTo>
                    <a:pt x="41297" y="0"/>
                  </a:moveTo>
                  <a:lnTo>
                    <a:pt x="9329" y="31926"/>
                  </a:lnTo>
                  <a:lnTo>
                    <a:pt x="0" y="31926"/>
                  </a:lnTo>
                  <a:lnTo>
                    <a:pt x="0" y="48014"/>
                  </a:lnTo>
                  <a:lnTo>
                    <a:pt x="87610" y="48014"/>
                  </a:lnTo>
                  <a:lnTo>
                    <a:pt x="87610"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9"/>
            <p:cNvSpPr/>
            <p:nvPr/>
          </p:nvSpPr>
          <p:spPr>
            <a:xfrm flipH="1">
              <a:off x="-1120750" y="4056069"/>
              <a:ext cx="9357474" cy="1887032"/>
            </a:xfrm>
            <a:custGeom>
              <a:rect b="b" l="l" r="r" t="t"/>
              <a:pathLst>
                <a:path extrusionOk="0" h="26774" w="13020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33" name="Google Shape;233;p19"/>
          <p:cNvSpPr/>
          <p:nvPr/>
        </p:nvSpPr>
        <p:spPr>
          <a:xfrm flipH="1" rot="10800000">
            <a:off x="5675306" y="4959976"/>
            <a:ext cx="1006784" cy="183531"/>
          </a:xfrm>
          <a:custGeom>
            <a:rect b="b" l="l" r="r" t="t"/>
            <a:pathLst>
              <a:path extrusionOk="0" h="2889" w="15848">
                <a:moveTo>
                  <a:pt x="0" y="0"/>
                </a:moveTo>
                <a:lnTo>
                  <a:pt x="2889" y="2889"/>
                </a:lnTo>
                <a:lnTo>
                  <a:pt x="15847" y="2889"/>
                </a:lnTo>
                <a:lnTo>
                  <a:pt x="1295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34" name="Google Shape;234;p19"/>
          <p:cNvGrpSpPr/>
          <p:nvPr/>
        </p:nvGrpSpPr>
        <p:grpSpPr>
          <a:xfrm rot="10800000">
            <a:off x="-1228535" y="-1130233"/>
            <a:ext cx="11726682" cy="8568909"/>
            <a:chOff x="-2306160" y="-3140581"/>
            <a:chExt cx="11726682" cy="8568909"/>
          </a:xfrm>
        </p:grpSpPr>
        <p:sp>
          <p:nvSpPr>
            <p:cNvPr id="235" name="Google Shape;235;p19"/>
            <p:cNvSpPr/>
            <p:nvPr/>
          </p:nvSpPr>
          <p:spPr>
            <a:xfrm flipH="1" rot="10800000">
              <a:off x="-2306160" y="-3140581"/>
              <a:ext cx="5115407" cy="3017539"/>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9"/>
            <p:cNvSpPr/>
            <p:nvPr/>
          </p:nvSpPr>
          <p:spPr>
            <a:xfrm flipH="1" rot="10800000">
              <a:off x="7082099" y="4876491"/>
              <a:ext cx="1418251" cy="267006"/>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9"/>
            <p:cNvSpPr/>
            <p:nvPr/>
          </p:nvSpPr>
          <p:spPr>
            <a:xfrm>
              <a:off x="6615250" y="3890920"/>
              <a:ext cx="2805272" cy="1537408"/>
            </a:xfrm>
            <a:custGeom>
              <a:rect b="b" l="l" r="r" t="t"/>
              <a:pathLst>
                <a:path extrusionOk="0" h="48014" w="87610">
                  <a:moveTo>
                    <a:pt x="41297" y="0"/>
                  </a:moveTo>
                  <a:lnTo>
                    <a:pt x="9329" y="31926"/>
                  </a:lnTo>
                  <a:lnTo>
                    <a:pt x="0" y="31926"/>
                  </a:lnTo>
                  <a:lnTo>
                    <a:pt x="0" y="48014"/>
                  </a:lnTo>
                  <a:lnTo>
                    <a:pt x="87610" y="48014"/>
                  </a:lnTo>
                  <a:lnTo>
                    <a:pt x="8761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38" name="Google Shape;238;p19"/>
          <p:cNvGrpSpPr/>
          <p:nvPr/>
        </p:nvGrpSpPr>
        <p:grpSpPr>
          <a:xfrm flipH="1" rot="10800000">
            <a:off x="-1315487" y="4349468"/>
            <a:ext cx="3296400" cy="703111"/>
            <a:chOff x="-12" y="3628565"/>
            <a:chExt cx="3296400" cy="703111"/>
          </a:xfrm>
        </p:grpSpPr>
        <p:grpSp>
          <p:nvGrpSpPr>
            <p:cNvPr id="239" name="Google Shape;239;p19"/>
            <p:cNvGrpSpPr/>
            <p:nvPr/>
          </p:nvGrpSpPr>
          <p:grpSpPr>
            <a:xfrm>
              <a:off x="854867" y="3996669"/>
              <a:ext cx="1567047" cy="45661"/>
              <a:chOff x="1754675" y="2661275"/>
              <a:chExt cx="1945675" cy="56700"/>
            </a:xfrm>
          </p:grpSpPr>
          <p:cxnSp>
            <p:nvCxnSpPr>
              <p:cNvPr id="240" name="Google Shape;240;p19"/>
              <p:cNvCxnSpPr/>
              <p:nvPr/>
            </p:nvCxnSpPr>
            <p:spPr>
              <a:xfrm>
                <a:off x="1754675" y="2689625"/>
                <a:ext cx="1896000" cy="0"/>
              </a:xfrm>
              <a:prstGeom prst="straightConnector1">
                <a:avLst/>
              </a:prstGeom>
              <a:noFill/>
              <a:ln cap="flat" cmpd="sng" w="9525">
                <a:solidFill>
                  <a:schemeClr val="dk1"/>
                </a:solidFill>
                <a:prstDash val="solid"/>
                <a:round/>
                <a:headEnd len="sm" w="sm" type="none"/>
                <a:tailEnd len="sm" w="sm" type="none"/>
              </a:ln>
            </p:spPr>
          </p:cxnSp>
          <p:sp>
            <p:nvSpPr>
              <p:cNvPr id="241" name="Google Shape;241;p19"/>
              <p:cNvSpPr/>
              <p:nvPr/>
            </p:nvSpPr>
            <p:spPr>
              <a:xfrm>
                <a:off x="3643650" y="266127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2" name="Google Shape;242;p19"/>
            <p:cNvGrpSpPr/>
            <p:nvPr/>
          </p:nvGrpSpPr>
          <p:grpSpPr>
            <a:xfrm>
              <a:off x="518420" y="4195489"/>
              <a:ext cx="1561280" cy="136187"/>
              <a:chOff x="1754675" y="2824000"/>
              <a:chExt cx="4728285" cy="412439"/>
            </a:xfrm>
          </p:grpSpPr>
          <p:sp>
            <p:nvSpPr>
              <p:cNvPr id="243" name="Google Shape;243;p19"/>
              <p:cNvSpPr/>
              <p:nvPr/>
            </p:nvSpPr>
            <p:spPr>
              <a:xfrm>
                <a:off x="1754675" y="2824000"/>
                <a:ext cx="4593868" cy="355100"/>
              </a:xfrm>
              <a:custGeom>
                <a:rect b="b" l="l" r="r" t="t"/>
                <a:pathLst>
                  <a:path extrusionOk="0" h="5994" w="77550">
                    <a:moveTo>
                      <a:pt x="0" y="0"/>
                    </a:moveTo>
                    <a:lnTo>
                      <a:pt x="59202" y="0"/>
                    </a:lnTo>
                    <a:lnTo>
                      <a:pt x="65196" y="5994"/>
                    </a:lnTo>
                    <a:lnTo>
                      <a:pt x="77550" y="5994"/>
                    </a:lnTo>
                  </a:path>
                </a:pathLst>
              </a:custGeom>
              <a:noFill/>
              <a:ln cap="flat" cmpd="sng" w="9525">
                <a:solidFill>
                  <a:schemeClr val="dk1"/>
                </a:solidFill>
                <a:prstDash val="solid"/>
                <a:round/>
                <a:headEnd len="sm" w="sm" type="none"/>
                <a:tailEnd len="sm" w="sm" type="none"/>
              </a:ln>
            </p:spPr>
          </p:sp>
          <p:sp>
            <p:nvSpPr>
              <p:cNvPr id="244" name="Google Shape;244;p19"/>
              <p:cNvSpPr/>
              <p:nvPr/>
            </p:nvSpPr>
            <p:spPr>
              <a:xfrm>
                <a:off x="6348560" y="3102039"/>
                <a:ext cx="134400" cy="13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5" name="Google Shape;245;p19"/>
            <p:cNvGrpSpPr/>
            <p:nvPr/>
          </p:nvGrpSpPr>
          <p:grpSpPr>
            <a:xfrm>
              <a:off x="226304" y="3764889"/>
              <a:ext cx="3070084" cy="102363"/>
              <a:chOff x="1779150" y="2604263"/>
              <a:chExt cx="3811875" cy="127112"/>
            </a:xfrm>
          </p:grpSpPr>
          <p:sp>
            <p:nvSpPr>
              <p:cNvPr id="246" name="Google Shape;246;p19"/>
              <p:cNvSpPr/>
              <p:nvPr/>
            </p:nvSpPr>
            <p:spPr>
              <a:xfrm>
                <a:off x="1779150" y="2630450"/>
                <a:ext cx="3755175" cy="100925"/>
              </a:xfrm>
              <a:custGeom>
                <a:rect b="b" l="l" r="r" t="t"/>
                <a:pathLst>
                  <a:path extrusionOk="0" h="4037" w="150207">
                    <a:moveTo>
                      <a:pt x="0" y="4037"/>
                    </a:moveTo>
                    <a:lnTo>
                      <a:pt x="83176" y="4037"/>
                    </a:lnTo>
                    <a:lnTo>
                      <a:pt x="87213" y="0"/>
                    </a:lnTo>
                    <a:lnTo>
                      <a:pt x="150207" y="0"/>
                    </a:lnTo>
                  </a:path>
                </a:pathLst>
              </a:custGeom>
              <a:noFill/>
              <a:ln cap="flat" cmpd="sng" w="9525">
                <a:solidFill>
                  <a:schemeClr val="dk1"/>
                </a:solidFill>
                <a:prstDash val="solid"/>
                <a:round/>
                <a:headEnd len="sm" w="sm" type="none"/>
                <a:tailEnd len="sm" w="sm" type="none"/>
              </a:ln>
            </p:spPr>
          </p:sp>
          <p:sp>
            <p:nvSpPr>
              <p:cNvPr id="247" name="Google Shape;247;p19"/>
              <p:cNvSpPr/>
              <p:nvPr/>
            </p:nvSpPr>
            <p:spPr>
              <a:xfrm>
                <a:off x="5534325" y="260426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48" name="Google Shape;248;p19"/>
            <p:cNvGrpSpPr/>
            <p:nvPr/>
          </p:nvGrpSpPr>
          <p:grpSpPr>
            <a:xfrm>
              <a:off x="-12" y="3628565"/>
              <a:ext cx="3010303" cy="45661"/>
              <a:chOff x="1766900" y="2869225"/>
              <a:chExt cx="3737650" cy="56700"/>
            </a:xfrm>
          </p:grpSpPr>
          <p:cxnSp>
            <p:nvCxnSpPr>
              <p:cNvPr id="249" name="Google Shape;249;p19"/>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250" name="Google Shape;250;p19"/>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1" name="Shape 251"/>
        <p:cNvGrpSpPr/>
        <p:nvPr/>
      </p:nvGrpSpPr>
      <p:grpSpPr>
        <a:xfrm>
          <a:off x="0" y="0"/>
          <a:ext cx="0" cy="0"/>
          <a:chOff x="0" y="0"/>
          <a:chExt cx="0" cy="0"/>
        </a:xfrm>
      </p:grpSpPr>
      <p:grpSp>
        <p:nvGrpSpPr>
          <p:cNvPr id="252" name="Google Shape;252;p20"/>
          <p:cNvGrpSpPr/>
          <p:nvPr/>
        </p:nvGrpSpPr>
        <p:grpSpPr>
          <a:xfrm>
            <a:off x="-6782" y="-1232671"/>
            <a:ext cx="9807906" cy="7974473"/>
            <a:chOff x="-6782" y="-1232671"/>
            <a:chExt cx="9807906" cy="7974473"/>
          </a:xfrm>
        </p:grpSpPr>
        <p:sp>
          <p:nvSpPr>
            <p:cNvPr id="253" name="Google Shape;253;p20"/>
            <p:cNvSpPr/>
            <p:nvPr/>
          </p:nvSpPr>
          <p:spPr>
            <a:xfrm rot="-5400000">
              <a:off x="7120124" y="4060803"/>
              <a:ext cx="3520399" cy="1841600"/>
            </a:xfrm>
            <a:custGeom>
              <a:rect b="b" l="l" r="r" t="t"/>
              <a:pathLst>
                <a:path extrusionOk="0" h="33981" w="64958">
                  <a:moveTo>
                    <a:pt x="1" y="0"/>
                  </a:moveTo>
                  <a:lnTo>
                    <a:pt x="1" y="33831"/>
                  </a:lnTo>
                  <a:lnTo>
                    <a:pt x="64957" y="33980"/>
                  </a:lnTo>
                  <a:lnTo>
                    <a:pt x="64957" y="33980"/>
                  </a:lnTo>
                  <a:lnTo>
                    <a:pt x="3099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0"/>
            <p:cNvSpPr/>
            <p:nvPr/>
          </p:nvSpPr>
          <p:spPr>
            <a:xfrm>
              <a:off x="-1" y="4104678"/>
              <a:ext cx="3520399" cy="1841600"/>
            </a:xfrm>
            <a:custGeom>
              <a:rect b="b" l="l" r="r" t="t"/>
              <a:pathLst>
                <a:path extrusionOk="0" h="33981" w="64958">
                  <a:moveTo>
                    <a:pt x="1" y="0"/>
                  </a:moveTo>
                  <a:lnTo>
                    <a:pt x="1" y="33831"/>
                  </a:lnTo>
                  <a:lnTo>
                    <a:pt x="64957" y="33980"/>
                  </a:lnTo>
                  <a:lnTo>
                    <a:pt x="64957" y="33980"/>
                  </a:lnTo>
                  <a:lnTo>
                    <a:pt x="3099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20"/>
            <p:cNvSpPr/>
            <p:nvPr/>
          </p:nvSpPr>
          <p:spPr>
            <a:xfrm rot="10800000">
              <a:off x="-6782" y="-1232671"/>
              <a:ext cx="9150782" cy="1911396"/>
            </a:xfrm>
            <a:custGeom>
              <a:rect b="b" l="l" r="r" t="t"/>
              <a:pathLst>
                <a:path extrusionOk="0" h="26774" w="13020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56" name="Google Shape;256;p20"/>
          <p:cNvGrpSpPr/>
          <p:nvPr/>
        </p:nvGrpSpPr>
        <p:grpSpPr>
          <a:xfrm>
            <a:off x="-885529" y="302485"/>
            <a:ext cx="10998540" cy="4878739"/>
            <a:chOff x="-885529" y="302485"/>
            <a:chExt cx="10998540" cy="4878739"/>
          </a:xfrm>
        </p:grpSpPr>
        <p:sp>
          <p:nvSpPr>
            <p:cNvPr id="257" name="Google Shape;257;p20"/>
            <p:cNvSpPr/>
            <p:nvPr/>
          </p:nvSpPr>
          <p:spPr>
            <a:xfrm>
              <a:off x="2581296" y="4914218"/>
              <a:ext cx="1418251" cy="267006"/>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p20"/>
            <p:cNvSpPr/>
            <p:nvPr/>
          </p:nvSpPr>
          <p:spPr>
            <a:xfrm flipH="1">
              <a:off x="7266974" y="4937849"/>
              <a:ext cx="1205478" cy="219752"/>
            </a:xfrm>
            <a:custGeom>
              <a:rect b="b" l="l" r="r" t="t"/>
              <a:pathLst>
                <a:path extrusionOk="0" h="2889" w="15848">
                  <a:moveTo>
                    <a:pt x="0" y="0"/>
                  </a:moveTo>
                  <a:lnTo>
                    <a:pt x="2889" y="2889"/>
                  </a:lnTo>
                  <a:lnTo>
                    <a:pt x="15847" y="2889"/>
                  </a:lnTo>
                  <a:lnTo>
                    <a:pt x="1295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9" name="Google Shape;259;p20"/>
            <p:cNvSpPr/>
            <p:nvPr/>
          </p:nvSpPr>
          <p:spPr>
            <a:xfrm>
              <a:off x="-293550" y="4455724"/>
              <a:ext cx="1006784" cy="183531"/>
            </a:xfrm>
            <a:custGeom>
              <a:rect b="b" l="l" r="r" t="t"/>
              <a:pathLst>
                <a:path extrusionOk="0" h="2889" w="15848">
                  <a:moveTo>
                    <a:pt x="0" y="0"/>
                  </a:moveTo>
                  <a:lnTo>
                    <a:pt x="2889" y="2889"/>
                  </a:lnTo>
                  <a:lnTo>
                    <a:pt x="15847" y="2889"/>
                  </a:lnTo>
                  <a:lnTo>
                    <a:pt x="1295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20"/>
            <p:cNvSpPr/>
            <p:nvPr/>
          </p:nvSpPr>
          <p:spPr>
            <a:xfrm flipH="1" rot="10800000">
              <a:off x="8291042" y="569492"/>
              <a:ext cx="1821969" cy="184293"/>
            </a:xfrm>
            <a:custGeom>
              <a:rect b="b" l="l" r="r" t="t"/>
              <a:pathLst>
                <a:path extrusionOk="0" h="2901" w="28680">
                  <a:moveTo>
                    <a:pt x="28679" y="1"/>
                  </a:moveTo>
                  <a:lnTo>
                    <a:pt x="2737" y="162"/>
                  </a:lnTo>
                  <a:lnTo>
                    <a:pt x="1" y="2900"/>
                  </a:lnTo>
                  <a:lnTo>
                    <a:pt x="28679" y="2751"/>
                  </a:lnTo>
                  <a:lnTo>
                    <a:pt x="28679" y="1"/>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0"/>
            <p:cNvSpPr/>
            <p:nvPr/>
          </p:nvSpPr>
          <p:spPr>
            <a:xfrm flipH="1">
              <a:off x="-885529" y="302485"/>
              <a:ext cx="1418251" cy="267006"/>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2" name="Google Shape;262;p20"/>
          <p:cNvGrpSpPr/>
          <p:nvPr/>
        </p:nvGrpSpPr>
        <p:grpSpPr>
          <a:xfrm>
            <a:off x="-689412" y="-2417039"/>
            <a:ext cx="11168659" cy="9105554"/>
            <a:chOff x="-689412" y="-2417039"/>
            <a:chExt cx="11168659" cy="9105554"/>
          </a:xfrm>
        </p:grpSpPr>
        <p:grpSp>
          <p:nvGrpSpPr>
            <p:cNvPr id="263" name="Google Shape;263;p20"/>
            <p:cNvGrpSpPr/>
            <p:nvPr/>
          </p:nvGrpSpPr>
          <p:grpSpPr>
            <a:xfrm>
              <a:off x="6699625" y="4455725"/>
              <a:ext cx="3779622" cy="1782883"/>
              <a:chOff x="5782225" y="4455725"/>
              <a:chExt cx="3779622" cy="1782883"/>
            </a:xfrm>
          </p:grpSpPr>
          <p:sp>
            <p:nvSpPr>
              <p:cNvPr id="264" name="Google Shape;264;p20"/>
              <p:cNvSpPr/>
              <p:nvPr/>
            </p:nvSpPr>
            <p:spPr>
              <a:xfrm>
                <a:off x="6756575" y="4455725"/>
                <a:ext cx="2805272" cy="1537408"/>
              </a:xfrm>
              <a:custGeom>
                <a:rect b="b" l="l" r="r" t="t"/>
                <a:pathLst>
                  <a:path extrusionOk="0" h="48014" w="87610">
                    <a:moveTo>
                      <a:pt x="41297" y="0"/>
                    </a:moveTo>
                    <a:lnTo>
                      <a:pt x="9329" y="31926"/>
                    </a:lnTo>
                    <a:lnTo>
                      <a:pt x="0" y="31926"/>
                    </a:lnTo>
                    <a:lnTo>
                      <a:pt x="0" y="48014"/>
                    </a:lnTo>
                    <a:lnTo>
                      <a:pt x="87610" y="48014"/>
                    </a:lnTo>
                    <a:lnTo>
                      <a:pt x="8761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0"/>
              <p:cNvSpPr/>
              <p:nvPr/>
            </p:nvSpPr>
            <p:spPr>
              <a:xfrm>
                <a:off x="5782225" y="4701200"/>
                <a:ext cx="2805272" cy="1537408"/>
              </a:xfrm>
              <a:custGeom>
                <a:rect b="b" l="l" r="r" t="t"/>
                <a:pathLst>
                  <a:path extrusionOk="0" h="48014" w="87610">
                    <a:moveTo>
                      <a:pt x="41297" y="0"/>
                    </a:moveTo>
                    <a:lnTo>
                      <a:pt x="9329" y="31926"/>
                    </a:lnTo>
                    <a:lnTo>
                      <a:pt x="0" y="31926"/>
                    </a:lnTo>
                    <a:lnTo>
                      <a:pt x="0" y="48014"/>
                    </a:lnTo>
                    <a:lnTo>
                      <a:pt x="87610" y="48014"/>
                    </a:lnTo>
                    <a:lnTo>
                      <a:pt x="8761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6" name="Google Shape;266;p20"/>
            <p:cNvGrpSpPr/>
            <p:nvPr/>
          </p:nvGrpSpPr>
          <p:grpSpPr>
            <a:xfrm>
              <a:off x="-48925" y="4604000"/>
              <a:ext cx="5424616" cy="2084515"/>
              <a:chOff x="0" y="4604000"/>
              <a:chExt cx="5424616" cy="2084515"/>
            </a:xfrm>
          </p:grpSpPr>
          <p:sp>
            <p:nvSpPr>
              <p:cNvPr id="267" name="Google Shape;267;p20"/>
              <p:cNvSpPr/>
              <p:nvPr/>
            </p:nvSpPr>
            <p:spPr>
              <a:xfrm>
                <a:off x="0" y="4604000"/>
                <a:ext cx="4495016" cy="2084515"/>
              </a:xfrm>
              <a:custGeom>
                <a:rect b="b" l="l" r="r" t="t"/>
                <a:pathLst>
                  <a:path extrusionOk="0" h="47185" w="101749">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8" name="Google Shape;268;p20"/>
              <p:cNvSpPr/>
              <p:nvPr/>
            </p:nvSpPr>
            <p:spPr>
              <a:xfrm>
                <a:off x="929600" y="4604000"/>
                <a:ext cx="4495016" cy="2084515"/>
              </a:xfrm>
              <a:custGeom>
                <a:rect b="b" l="l" r="r" t="t"/>
                <a:pathLst>
                  <a:path extrusionOk="0" h="47185" w="101749">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69" name="Google Shape;269;p20"/>
            <p:cNvSpPr/>
            <p:nvPr/>
          </p:nvSpPr>
          <p:spPr>
            <a:xfrm rot="10800000">
              <a:off x="-689412" y="-1173475"/>
              <a:ext cx="2805272" cy="1537408"/>
            </a:xfrm>
            <a:custGeom>
              <a:rect b="b" l="l" r="r" t="t"/>
              <a:pathLst>
                <a:path extrusionOk="0" h="48014" w="87610">
                  <a:moveTo>
                    <a:pt x="41297" y="0"/>
                  </a:moveTo>
                  <a:lnTo>
                    <a:pt x="9329" y="31926"/>
                  </a:lnTo>
                  <a:lnTo>
                    <a:pt x="0" y="31926"/>
                  </a:lnTo>
                  <a:lnTo>
                    <a:pt x="0" y="48014"/>
                  </a:lnTo>
                  <a:lnTo>
                    <a:pt x="87610" y="48014"/>
                  </a:lnTo>
                  <a:lnTo>
                    <a:pt x="8761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0"/>
            <p:cNvSpPr/>
            <p:nvPr/>
          </p:nvSpPr>
          <p:spPr>
            <a:xfrm rot="10800000">
              <a:off x="4880516" y="-2417039"/>
              <a:ext cx="5115407" cy="3017539"/>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71" name="Google Shape;271;p20"/>
          <p:cNvSpPr txBox="1"/>
          <p:nvPr>
            <p:ph type="ctrTitle"/>
          </p:nvPr>
        </p:nvSpPr>
        <p:spPr>
          <a:xfrm>
            <a:off x="1394250" y="1432275"/>
            <a:ext cx="6355500" cy="1610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300"/>
              <a:buNone/>
              <a:defRPr sz="43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272" name="Google Shape;272;p20"/>
          <p:cNvSpPr txBox="1"/>
          <p:nvPr>
            <p:ph idx="1" type="subTitle"/>
          </p:nvPr>
        </p:nvSpPr>
        <p:spPr>
          <a:xfrm>
            <a:off x="1394250" y="3058425"/>
            <a:ext cx="6355500" cy="387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300"/>
              <a:buNone/>
              <a:defRPr sz="15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73" name="Shape 273"/>
        <p:cNvGrpSpPr/>
        <p:nvPr/>
      </p:nvGrpSpPr>
      <p:grpSpPr>
        <a:xfrm>
          <a:off x="0" y="0"/>
          <a:ext cx="0" cy="0"/>
          <a:chOff x="0" y="0"/>
          <a:chExt cx="0" cy="0"/>
        </a:xfrm>
      </p:grpSpPr>
      <p:grpSp>
        <p:nvGrpSpPr>
          <p:cNvPr id="274" name="Google Shape;274;p21"/>
          <p:cNvGrpSpPr/>
          <p:nvPr/>
        </p:nvGrpSpPr>
        <p:grpSpPr>
          <a:xfrm>
            <a:off x="7852085" y="4186322"/>
            <a:ext cx="3074608" cy="453929"/>
            <a:chOff x="5478797" y="847322"/>
            <a:chExt cx="3074608" cy="453929"/>
          </a:xfrm>
        </p:grpSpPr>
        <p:grpSp>
          <p:nvGrpSpPr>
            <p:cNvPr id="275" name="Google Shape;275;p21"/>
            <p:cNvGrpSpPr/>
            <p:nvPr/>
          </p:nvGrpSpPr>
          <p:grpSpPr>
            <a:xfrm flipH="1">
              <a:off x="5675409" y="922406"/>
              <a:ext cx="2877996" cy="223763"/>
              <a:chOff x="1687059" y="2012316"/>
              <a:chExt cx="3573375" cy="277863"/>
            </a:xfrm>
          </p:grpSpPr>
          <p:sp>
            <p:nvSpPr>
              <p:cNvPr id="276" name="Google Shape;276;p21"/>
              <p:cNvSpPr/>
              <p:nvPr/>
            </p:nvSpPr>
            <p:spPr>
              <a:xfrm>
                <a:off x="1687059" y="2012316"/>
                <a:ext cx="3516675" cy="253825"/>
              </a:xfrm>
              <a:custGeom>
                <a:rect b="b" l="l" r="r" t="t"/>
                <a:pathLst>
                  <a:path extrusionOk="0" h="10153" w="140667">
                    <a:moveTo>
                      <a:pt x="0" y="0"/>
                    </a:moveTo>
                    <a:lnTo>
                      <a:pt x="67520" y="0"/>
                    </a:lnTo>
                    <a:lnTo>
                      <a:pt x="77673" y="10153"/>
                    </a:lnTo>
                    <a:lnTo>
                      <a:pt x="140667" y="10153"/>
                    </a:lnTo>
                  </a:path>
                </a:pathLst>
              </a:custGeom>
              <a:noFill/>
              <a:ln cap="flat" cmpd="sng" w="9525">
                <a:solidFill>
                  <a:schemeClr val="dk1"/>
                </a:solidFill>
                <a:prstDash val="solid"/>
                <a:round/>
                <a:headEnd len="sm" w="sm" type="none"/>
                <a:tailEnd len="sm" w="sm" type="none"/>
              </a:ln>
            </p:spPr>
          </p:sp>
          <p:sp>
            <p:nvSpPr>
              <p:cNvPr id="277" name="Google Shape;277;p21"/>
              <p:cNvSpPr/>
              <p:nvPr/>
            </p:nvSpPr>
            <p:spPr>
              <a:xfrm>
                <a:off x="5203734" y="2233479"/>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78" name="Google Shape;278;p21"/>
            <p:cNvGrpSpPr/>
            <p:nvPr/>
          </p:nvGrpSpPr>
          <p:grpSpPr>
            <a:xfrm flipH="1">
              <a:off x="6072799" y="847322"/>
              <a:ext cx="2430997" cy="185534"/>
              <a:chOff x="1748547" y="1392116"/>
              <a:chExt cx="5911958" cy="451312"/>
            </a:xfrm>
          </p:grpSpPr>
          <p:sp>
            <p:nvSpPr>
              <p:cNvPr id="279" name="Google Shape;279;p21"/>
              <p:cNvSpPr/>
              <p:nvPr/>
            </p:nvSpPr>
            <p:spPr>
              <a:xfrm>
                <a:off x="1748547" y="1392116"/>
                <a:ext cx="5793758" cy="395567"/>
              </a:xfrm>
              <a:custGeom>
                <a:rect b="b" l="l" r="r" t="t"/>
                <a:pathLst>
                  <a:path extrusionOk="0" h="7583" w="111066">
                    <a:moveTo>
                      <a:pt x="0" y="0"/>
                    </a:moveTo>
                    <a:lnTo>
                      <a:pt x="79263" y="0"/>
                    </a:lnTo>
                    <a:lnTo>
                      <a:pt x="86847" y="7583"/>
                    </a:lnTo>
                    <a:lnTo>
                      <a:pt x="111066" y="7583"/>
                    </a:lnTo>
                  </a:path>
                </a:pathLst>
              </a:custGeom>
              <a:noFill/>
              <a:ln cap="flat" cmpd="sng" w="9525">
                <a:solidFill>
                  <a:schemeClr val="dk1"/>
                </a:solidFill>
                <a:prstDash val="solid"/>
                <a:round/>
                <a:headEnd len="sm" w="sm" type="none"/>
                <a:tailEnd len="sm" w="sm" type="none"/>
              </a:ln>
            </p:spPr>
          </p:sp>
          <p:sp>
            <p:nvSpPr>
              <p:cNvPr id="280" name="Google Shape;280;p21"/>
              <p:cNvSpPr/>
              <p:nvPr/>
            </p:nvSpPr>
            <p:spPr>
              <a:xfrm>
                <a:off x="7542305" y="1725228"/>
                <a:ext cx="118200" cy="11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81" name="Google Shape;281;p21"/>
            <p:cNvGrpSpPr/>
            <p:nvPr/>
          </p:nvGrpSpPr>
          <p:grpSpPr>
            <a:xfrm flipH="1">
              <a:off x="5478797" y="1255590"/>
              <a:ext cx="3010303" cy="45661"/>
              <a:chOff x="1766900" y="2869225"/>
              <a:chExt cx="3737650" cy="56700"/>
            </a:xfrm>
          </p:grpSpPr>
          <p:cxnSp>
            <p:nvCxnSpPr>
              <p:cNvPr id="282" name="Google Shape;282;p21"/>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283" name="Google Shape;283;p21"/>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284" name="Google Shape;284;p21"/>
          <p:cNvGrpSpPr/>
          <p:nvPr/>
        </p:nvGrpSpPr>
        <p:grpSpPr>
          <a:xfrm>
            <a:off x="-522276" y="-1302097"/>
            <a:ext cx="7191392" cy="7853482"/>
            <a:chOff x="-522276" y="-1302097"/>
            <a:chExt cx="7191392" cy="7853482"/>
          </a:xfrm>
        </p:grpSpPr>
        <p:sp>
          <p:nvSpPr>
            <p:cNvPr id="285" name="Google Shape;285;p21"/>
            <p:cNvSpPr/>
            <p:nvPr/>
          </p:nvSpPr>
          <p:spPr>
            <a:xfrm flipH="1">
              <a:off x="3148717" y="4709785"/>
              <a:ext cx="3520399" cy="1841600"/>
            </a:xfrm>
            <a:custGeom>
              <a:rect b="b" l="l" r="r" t="t"/>
              <a:pathLst>
                <a:path extrusionOk="0" h="33981" w="64958">
                  <a:moveTo>
                    <a:pt x="1" y="0"/>
                  </a:moveTo>
                  <a:lnTo>
                    <a:pt x="1" y="33831"/>
                  </a:lnTo>
                  <a:lnTo>
                    <a:pt x="64957" y="33980"/>
                  </a:lnTo>
                  <a:lnTo>
                    <a:pt x="64957" y="33980"/>
                  </a:lnTo>
                  <a:lnTo>
                    <a:pt x="3099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1"/>
            <p:cNvSpPr/>
            <p:nvPr/>
          </p:nvSpPr>
          <p:spPr>
            <a:xfrm flipH="1" rot="10800000">
              <a:off x="-522276" y="-1302097"/>
              <a:ext cx="3520399" cy="1841600"/>
            </a:xfrm>
            <a:custGeom>
              <a:rect b="b" l="l" r="r" t="t"/>
              <a:pathLst>
                <a:path extrusionOk="0" h="33981" w="64958">
                  <a:moveTo>
                    <a:pt x="1" y="0"/>
                  </a:moveTo>
                  <a:lnTo>
                    <a:pt x="1" y="33831"/>
                  </a:lnTo>
                  <a:lnTo>
                    <a:pt x="64957" y="33980"/>
                  </a:lnTo>
                  <a:lnTo>
                    <a:pt x="64957" y="33980"/>
                  </a:lnTo>
                  <a:lnTo>
                    <a:pt x="3099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87" name="Google Shape;287;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600"/>
              <a:buNone/>
              <a:defRPr sz="2600"/>
            </a:lvl1pPr>
            <a:lvl2pPr lvl="1" algn="l">
              <a:lnSpc>
                <a:spcPct val="100000"/>
              </a:lnSpc>
              <a:spcBef>
                <a:spcPts val="0"/>
              </a:spcBef>
              <a:spcAft>
                <a:spcPts val="0"/>
              </a:spcAft>
              <a:buSzPts val="3500"/>
              <a:buNone/>
              <a:defRPr/>
            </a:lvl2pPr>
            <a:lvl3pPr lvl="2" algn="l">
              <a:lnSpc>
                <a:spcPct val="100000"/>
              </a:lnSpc>
              <a:spcBef>
                <a:spcPts val="0"/>
              </a:spcBef>
              <a:spcAft>
                <a:spcPts val="0"/>
              </a:spcAft>
              <a:buSzPts val="3500"/>
              <a:buNone/>
              <a:defRPr/>
            </a:lvl3pPr>
            <a:lvl4pPr lvl="3" algn="l">
              <a:lnSpc>
                <a:spcPct val="100000"/>
              </a:lnSpc>
              <a:spcBef>
                <a:spcPts val="0"/>
              </a:spcBef>
              <a:spcAft>
                <a:spcPts val="0"/>
              </a:spcAft>
              <a:buSzPts val="3500"/>
              <a:buNone/>
              <a:defRPr/>
            </a:lvl4pPr>
            <a:lvl5pPr lvl="4" algn="l">
              <a:lnSpc>
                <a:spcPct val="100000"/>
              </a:lnSpc>
              <a:spcBef>
                <a:spcPts val="0"/>
              </a:spcBef>
              <a:spcAft>
                <a:spcPts val="0"/>
              </a:spcAft>
              <a:buSzPts val="3500"/>
              <a:buNone/>
              <a:defRPr/>
            </a:lvl5pPr>
            <a:lvl6pPr lvl="5" algn="l">
              <a:lnSpc>
                <a:spcPct val="100000"/>
              </a:lnSpc>
              <a:spcBef>
                <a:spcPts val="0"/>
              </a:spcBef>
              <a:spcAft>
                <a:spcPts val="0"/>
              </a:spcAft>
              <a:buSzPts val="3500"/>
              <a:buNone/>
              <a:defRPr/>
            </a:lvl6pPr>
            <a:lvl7pPr lvl="6" algn="l">
              <a:lnSpc>
                <a:spcPct val="100000"/>
              </a:lnSpc>
              <a:spcBef>
                <a:spcPts val="0"/>
              </a:spcBef>
              <a:spcAft>
                <a:spcPts val="0"/>
              </a:spcAft>
              <a:buSzPts val="3500"/>
              <a:buNone/>
              <a:defRPr/>
            </a:lvl7pPr>
            <a:lvl8pPr lvl="7" algn="l">
              <a:lnSpc>
                <a:spcPct val="100000"/>
              </a:lnSpc>
              <a:spcBef>
                <a:spcPts val="0"/>
              </a:spcBef>
              <a:spcAft>
                <a:spcPts val="0"/>
              </a:spcAft>
              <a:buSzPts val="3500"/>
              <a:buNone/>
              <a:defRPr/>
            </a:lvl8pPr>
            <a:lvl9pPr lvl="8" algn="l">
              <a:lnSpc>
                <a:spcPct val="100000"/>
              </a:lnSpc>
              <a:spcBef>
                <a:spcPts val="0"/>
              </a:spcBef>
              <a:spcAft>
                <a:spcPts val="0"/>
              </a:spcAft>
              <a:buSzPts val="3500"/>
              <a:buNone/>
              <a:defRPr/>
            </a:lvl9pPr>
          </a:lstStyle>
          <a:p/>
        </p:txBody>
      </p:sp>
      <p:sp>
        <p:nvSpPr>
          <p:cNvPr id="288" name="Google Shape;288;p21"/>
          <p:cNvSpPr txBox="1"/>
          <p:nvPr>
            <p:ph idx="1" type="body"/>
          </p:nvPr>
        </p:nvSpPr>
        <p:spPr>
          <a:xfrm>
            <a:off x="720000" y="1065989"/>
            <a:ext cx="7704000" cy="342000"/>
          </a:xfrm>
          <a:prstGeom prst="rect">
            <a:avLst/>
          </a:prstGeom>
          <a:noFill/>
          <a:ln>
            <a:noFill/>
          </a:ln>
        </p:spPr>
        <p:txBody>
          <a:bodyPr anchorCtr="0" anchor="t" bIns="91425" lIns="91425" spcFirstLastPara="1" rIns="91425" wrap="square" tIns="91425">
            <a:noAutofit/>
          </a:bodyPr>
          <a:lstStyle>
            <a:lvl1pPr indent="-304800" lvl="0" marL="457200" algn="ctr">
              <a:lnSpc>
                <a:spcPct val="100000"/>
              </a:lnSpc>
              <a:spcBef>
                <a:spcPts val="0"/>
              </a:spcBef>
              <a:spcAft>
                <a:spcPts val="0"/>
              </a:spcAft>
              <a:buSzPts val="1200"/>
              <a:buFont typeface="Nunito Light"/>
              <a:buChar char="●"/>
              <a:defRPr>
                <a:solidFill>
                  <a:schemeClr val="hlink"/>
                </a:solidFill>
                <a:latin typeface="Barlow"/>
                <a:ea typeface="Barlow"/>
                <a:cs typeface="Barlow"/>
                <a:sym typeface="Barlow"/>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sp>
        <p:nvSpPr>
          <p:cNvPr id="289" name="Google Shape;289;p21"/>
          <p:cNvSpPr/>
          <p:nvPr/>
        </p:nvSpPr>
        <p:spPr>
          <a:xfrm flipH="1">
            <a:off x="6000549" y="4603999"/>
            <a:ext cx="1205478" cy="219752"/>
          </a:xfrm>
          <a:custGeom>
            <a:rect b="b" l="l" r="r" t="t"/>
            <a:pathLst>
              <a:path extrusionOk="0" h="2889" w="15848">
                <a:moveTo>
                  <a:pt x="0" y="0"/>
                </a:moveTo>
                <a:lnTo>
                  <a:pt x="2889" y="2889"/>
                </a:lnTo>
                <a:lnTo>
                  <a:pt x="15847" y="2889"/>
                </a:lnTo>
                <a:lnTo>
                  <a:pt x="12959"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290" name="Google Shape;290;p21"/>
          <p:cNvGrpSpPr/>
          <p:nvPr/>
        </p:nvGrpSpPr>
        <p:grpSpPr>
          <a:xfrm>
            <a:off x="4132575" y="4716825"/>
            <a:ext cx="5724316" cy="2084515"/>
            <a:chOff x="4132575" y="4716825"/>
            <a:chExt cx="5724316" cy="2084515"/>
          </a:xfrm>
        </p:grpSpPr>
        <p:sp>
          <p:nvSpPr>
            <p:cNvPr id="291" name="Google Shape;291;p21"/>
            <p:cNvSpPr/>
            <p:nvPr/>
          </p:nvSpPr>
          <p:spPr>
            <a:xfrm flipH="1">
              <a:off x="5361875" y="4716825"/>
              <a:ext cx="4495016" cy="2084515"/>
            </a:xfrm>
            <a:custGeom>
              <a:rect b="b" l="l" r="r" t="t"/>
              <a:pathLst>
                <a:path extrusionOk="0" h="47185" w="101749">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2" name="Google Shape;292;p21"/>
            <p:cNvSpPr/>
            <p:nvPr/>
          </p:nvSpPr>
          <p:spPr>
            <a:xfrm flipH="1">
              <a:off x="4132575" y="4716825"/>
              <a:ext cx="4495016" cy="2084515"/>
            </a:xfrm>
            <a:custGeom>
              <a:rect b="b" l="l" r="r" t="t"/>
              <a:pathLst>
                <a:path extrusionOk="0" h="47185" w="101749">
                  <a:moveTo>
                    <a:pt x="0" y="1"/>
                  </a:moveTo>
                  <a:lnTo>
                    <a:pt x="0" y="47185"/>
                  </a:lnTo>
                  <a:lnTo>
                    <a:pt x="101748" y="47185"/>
                  </a:lnTo>
                  <a:lnTo>
                    <a:pt x="101748" y="31097"/>
                  </a:lnTo>
                  <a:lnTo>
                    <a:pt x="96897" y="31097"/>
                  </a:lnTo>
                  <a:lnTo>
                    <a:pt x="76166" y="10366"/>
                  </a:lnTo>
                  <a:lnTo>
                    <a:pt x="55269" y="10366"/>
                  </a:lnTo>
                  <a:lnTo>
                    <a:pt x="44904" y="1"/>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2"/>
        </a:solidFill>
      </p:bgPr>
    </p:bg>
    <p:spTree>
      <p:nvGrpSpPr>
        <p:cNvPr id="293" name="Shape 293"/>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94" name="Shape 294"/>
        <p:cNvGrpSpPr/>
        <p:nvPr/>
      </p:nvGrpSpPr>
      <p:grpSpPr>
        <a:xfrm>
          <a:off x="0" y="0"/>
          <a:ext cx="0" cy="0"/>
          <a:chOff x="0" y="0"/>
          <a:chExt cx="0" cy="0"/>
        </a:xfrm>
      </p:grpSpPr>
      <p:grpSp>
        <p:nvGrpSpPr>
          <p:cNvPr id="295" name="Google Shape;295;p23"/>
          <p:cNvGrpSpPr/>
          <p:nvPr/>
        </p:nvGrpSpPr>
        <p:grpSpPr>
          <a:xfrm rot="10800000">
            <a:off x="-1889528" y="158864"/>
            <a:ext cx="3010303" cy="380661"/>
            <a:chOff x="5446772" y="1743165"/>
            <a:chExt cx="3010303" cy="380661"/>
          </a:xfrm>
        </p:grpSpPr>
        <p:grpSp>
          <p:nvGrpSpPr>
            <p:cNvPr id="296" name="Google Shape;296;p23"/>
            <p:cNvGrpSpPr/>
            <p:nvPr/>
          </p:nvGrpSpPr>
          <p:grpSpPr>
            <a:xfrm flipH="1">
              <a:off x="5898326" y="1865382"/>
              <a:ext cx="1567047" cy="45661"/>
              <a:chOff x="1754675" y="2661275"/>
              <a:chExt cx="1945675" cy="56700"/>
            </a:xfrm>
          </p:grpSpPr>
          <p:cxnSp>
            <p:nvCxnSpPr>
              <p:cNvPr id="297" name="Google Shape;297;p23"/>
              <p:cNvCxnSpPr/>
              <p:nvPr/>
            </p:nvCxnSpPr>
            <p:spPr>
              <a:xfrm>
                <a:off x="1754675" y="2689625"/>
                <a:ext cx="1896000" cy="0"/>
              </a:xfrm>
              <a:prstGeom prst="straightConnector1">
                <a:avLst/>
              </a:prstGeom>
              <a:noFill/>
              <a:ln cap="flat" cmpd="sng" w="9525">
                <a:solidFill>
                  <a:schemeClr val="dk1"/>
                </a:solidFill>
                <a:prstDash val="solid"/>
                <a:round/>
                <a:headEnd len="sm" w="sm" type="none"/>
                <a:tailEnd len="sm" w="sm" type="none"/>
              </a:ln>
            </p:spPr>
          </p:cxnSp>
          <p:sp>
            <p:nvSpPr>
              <p:cNvPr id="298" name="Google Shape;298;p23"/>
              <p:cNvSpPr/>
              <p:nvPr/>
            </p:nvSpPr>
            <p:spPr>
              <a:xfrm>
                <a:off x="3643650" y="266127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99" name="Google Shape;299;p23"/>
            <p:cNvGrpSpPr/>
            <p:nvPr/>
          </p:nvGrpSpPr>
          <p:grpSpPr>
            <a:xfrm flipH="1">
              <a:off x="5477439" y="1987639"/>
              <a:ext cx="1561280" cy="136187"/>
              <a:chOff x="1754675" y="2824000"/>
              <a:chExt cx="4728285" cy="412439"/>
            </a:xfrm>
          </p:grpSpPr>
          <p:sp>
            <p:nvSpPr>
              <p:cNvPr id="300" name="Google Shape;300;p23"/>
              <p:cNvSpPr/>
              <p:nvPr/>
            </p:nvSpPr>
            <p:spPr>
              <a:xfrm>
                <a:off x="1754675" y="2824000"/>
                <a:ext cx="4593868" cy="355100"/>
              </a:xfrm>
              <a:custGeom>
                <a:rect b="b" l="l" r="r" t="t"/>
                <a:pathLst>
                  <a:path extrusionOk="0" h="5994" w="77550">
                    <a:moveTo>
                      <a:pt x="0" y="0"/>
                    </a:moveTo>
                    <a:lnTo>
                      <a:pt x="59202" y="0"/>
                    </a:lnTo>
                    <a:lnTo>
                      <a:pt x="65196" y="5994"/>
                    </a:lnTo>
                    <a:lnTo>
                      <a:pt x="77550" y="5994"/>
                    </a:lnTo>
                  </a:path>
                </a:pathLst>
              </a:custGeom>
              <a:noFill/>
              <a:ln cap="flat" cmpd="sng" w="9525">
                <a:solidFill>
                  <a:schemeClr val="dk1"/>
                </a:solidFill>
                <a:prstDash val="solid"/>
                <a:round/>
                <a:headEnd len="sm" w="sm" type="none"/>
                <a:tailEnd len="sm" w="sm" type="none"/>
              </a:ln>
            </p:spPr>
          </p:sp>
          <p:sp>
            <p:nvSpPr>
              <p:cNvPr id="301" name="Google Shape;301;p23"/>
              <p:cNvSpPr/>
              <p:nvPr/>
            </p:nvSpPr>
            <p:spPr>
              <a:xfrm>
                <a:off x="6348560" y="3102039"/>
                <a:ext cx="134400" cy="13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02" name="Google Shape;302;p23"/>
            <p:cNvGrpSpPr/>
            <p:nvPr/>
          </p:nvGrpSpPr>
          <p:grpSpPr>
            <a:xfrm flipH="1">
              <a:off x="5446772" y="1743165"/>
              <a:ext cx="3010303" cy="45661"/>
              <a:chOff x="1766900" y="2869225"/>
              <a:chExt cx="3737650" cy="56700"/>
            </a:xfrm>
          </p:grpSpPr>
          <p:cxnSp>
            <p:nvCxnSpPr>
              <p:cNvPr id="303" name="Google Shape;303;p23"/>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304" name="Google Shape;304;p23"/>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05" name="Google Shape;305;p23"/>
          <p:cNvGrpSpPr/>
          <p:nvPr/>
        </p:nvGrpSpPr>
        <p:grpSpPr>
          <a:xfrm flipH="1">
            <a:off x="1347409" y="-265593"/>
            <a:ext cx="9294978" cy="6913322"/>
            <a:chOff x="-201828" y="-265593"/>
            <a:chExt cx="9294978" cy="6913322"/>
          </a:xfrm>
        </p:grpSpPr>
        <p:sp>
          <p:nvSpPr>
            <p:cNvPr id="306" name="Google Shape;306;p23"/>
            <p:cNvSpPr/>
            <p:nvPr/>
          </p:nvSpPr>
          <p:spPr>
            <a:xfrm>
              <a:off x="-201828" y="4736333"/>
              <a:ext cx="9294978" cy="1911396"/>
            </a:xfrm>
            <a:custGeom>
              <a:rect b="b" l="l" r="r" t="t"/>
              <a:pathLst>
                <a:path extrusionOk="0" h="26774" w="130200">
                  <a:moveTo>
                    <a:pt x="102561" y="0"/>
                  </a:moveTo>
                  <a:lnTo>
                    <a:pt x="88194" y="14370"/>
                  </a:lnTo>
                  <a:lnTo>
                    <a:pt x="66817" y="14370"/>
                  </a:lnTo>
                  <a:lnTo>
                    <a:pt x="52542" y="95"/>
                  </a:lnTo>
                  <a:lnTo>
                    <a:pt x="1" y="95"/>
                  </a:lnTo>
                  <a:lnTo>
                    <a:pt x="1" y="26774"/>
                  </a:lnTo>
                  <a:lnTo>
                    <a:pt x="130200" y="26774"/>
                  </a:lnTo>
                  <a:lnTo>
                    <a:pt x="130200"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3"/>
            <p:cNvSpPr/>
            <p:nvPr/>
          </p:nvSpPr>
          <p:spPr>
            <a:xfrm flipH="1" rot="10800000">
              <a:off x="1175807" y="-265593"/>
              <a:ext cx="1539180" cy="805095"/>
            </a:xfrm>
            <a:custGeom>
              <a:rect b="b" l="l" r="r" t="t"/>
              <a:pathLst>
                <a:path extrusionOk="0" h="33981" w="64958">
                  <a:moveTo>
                    <a:pt x="1" y="0"/>
                  </a:moveTo>
                  <a:lnTo>
                    <a:pt x="1" y="33831"/>
                  </a:lnTo>
                  <a:lnTo>
                    <a:pt x="64957" y="33980"/>
                  </a:lnTo>
                  <a:lnTo>
                    <a:pt x="64957" y="33980"/>
                  </a:lnTo>
                  <a:lnTo>
                    <a:pt x="3099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8" name="Google Shape;308;p23"/>
          <p:cNvSpPr/>
          <p:nvPr/>
        </p:nvSpPr>
        <p:spPr>
          <a:xfrm rot="10800000">
            <a:off x="794659" y="4876484"/>
            <a:ext cx="1418251" cy="267006"/>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3"/>
          <p:cNvSpPr/>
          <p:nvPr/>
        </p:nvSpPr>
        <p:spPr>
          <a:xfrm flipH="1">
            <a:off x="-561113" y="4230050"/>
            <a:ext cx="2805272" cy="1537408"/>
          </a:xfrm>
          <a:custGeom>
            <a:rect b="b" l="l" r="r" t="t"/>
            <a:pathLst>
              <a:path extrusionOk="0" h="48014" w="87610">
                <a:moveTo>
                  <a:pt x="41297" y="0"/>
                </a:moveTo>
                <a:lnTo>
                  <a:pt x="9329" y="31926"/>
                </a:lnTo>
                <a:lnTo>
                  <a:pt x="0" y="31926"/>
                </a:lnTo>
                <a:lnTo>
                  <a:pt x="0" y="48014"/>
                </a:lnTo>
                <a:lnTo>
                  <a:pt x="87610" y="48014"/>
                </a:lnTo>
                <a:lnTo>
                  <a:pt x="87610"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10" name="Shape 310"/>
        <p:cNvGrpSpPr/>
        <p:nvPr/>
      </p:nvGrpSpPr>
      <p:grpSpPr>
        <a:xfrm>
          <a:off x="0" y="0"/>
          <a:ext cx="0" cy="0"/>
          <a:chOff x="0" y="0"/>
          <a:chExt cx="0" cy="0"/>
        </a:xfrm>
      </p:grpSpPr>
      <p:grpSp>
        <p:nvGrpSpPr>
          <p:cNvPr id="311" name="Google Shape;311;p24"/>
          <p:cNvGrpSpPr/>
          <p:nvPr/>
        </p:nvGrpSpPr>
        <p:grpSpPr>
          <a:xfrm flipH="1">
            <a:off x="-2028096" y="-1770656"/>
            <a:ext cx="4007050" cy="2363739"/>
            <a:chOff x="6549401" y="-1824231"/>
            <a:chExt cx="4007050" cy="2363739"/>
          </a:xfrm>
        </p:grpSpPr>
        <p:sp>
          <p:nvSpPr>
            <p:cNvPr id="312" name="Google Shape;312;p24"/>
            <p:cNvSpPr/>
            <p:nvPr/>
          </p:nvSpPr>
          <p:spPr>
            <a:xfrm>
              <a:off x="7695191" y="307513"/>
              <a:ext cx="1232340" cy="231995"/>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24"/>
            <p:cNvSpPr/>
            <p:nvPr/>
          </p:nvSpPr>
          <p:spPr>
            <a:xfrm rot="10800000">
              <a:off x="6549401" y="-1824231"/>
              <a:ext cx="4007050" cy="2363728"/>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4" name="Google Shape;314;p24"/>
          <p:cNvGrpSpPr/>
          <p:nvPr/>
        </p:nvGrpSpPr>
        <p:grpSpPr>
          <a:xfrm flipH="1">
            <a:off x="7391104" y="241515"/>
            <a:ext cx="3296400" cy="703111"/>
            <a:chOff x="-12" y="3628565"/>
            <a:chExt cx="3296400" cy="703111"/>
          </a:xfrm>
        </p:grpSpPr>
        <p:grpSp>
          <p:nvGrpSpPr>
            <p:cNvPr id="315" name="Google Shape;315;p24"/>
            <p:cNvGrpSpPr/>
            <p:nvPr/>
          </p:nvGrpSpPr>
          <p:grpSpPr>
            <a:xfrm>
              <a:off x="854867" y="3996669"/>
              <a:ext cx="1567047" cy="45661"/>
              <a:chOff x="1754675" y="2661275"/>
              <a:chExt cx="1945675" cy="56700"/>
            </a:xfrm>
          </p:grpSpPr>
          <p:cxnSp>
            <p:nvCxnSpPr>
              <p:cNvPr id="316" name="Google Shape;316;p24"/>
              <p:cNvCxnSpPr/>
              <p:nvPr/>
            </p:nvCxnSpPr>
            <p:spPr>
              <a:xfrm>
                <a:off x="1754675" y="2689625"/>
                <a:ext cx="1896000" cy="0"/>
              </a:xfrm>
              <a:prstGeom prst="straightConnector1">
                <a:avLst/>
              </a:prstGeom>
              <a:noFill/>
              <a:ln cap="flat" cmpd="sng" w="9525">
                <a:solidFill>
                  <a:schemeClr val="dk1"/>
                </a:solidFill>
                <a:prstDash val="solid"/>
                <a:round/>
                <a:headEnd len="sm" w="sm" type="none"/>
                <a:tailEnd len="sm" w="sm" type="none"/>
              </a:ln>
            </p:spPr>
          </p:cxnSp>
          <p:sp>
            <p:nvSpPr>
              <p:cNvPr id="317" name="Google Shape;317;p24"/>
              <p:cNvSpPr/>
              <p:nvPr/>
            </p:nvSpPr>
            <p:spPr>
              <a:xfrm>
                <a:off x="3643650" y="266127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18" name="Google Shape;318;p24"/>
            <p:cNvGrpSpPr/>
            <p:nvPr/>
          </p:nvGrpSpPr>
          <p:grpSpPr>
            <a:xfrm>
              <a:off x="518420" y="4195489"/>
              <a:ext cx="1561280" cy="136187"/>
              <a:chOff x="1754675" y="2824000"/>
              <a:chExt cx="4728285" cy="412439"/>
            </a:xfrm>
          </p:grpSpPr>
          <p:sp>
            <p:nvSpPr>
              <p:cNvPr id="319" name="Google Shape;319;p24"/>
              <p:cNvSpPr/>
              <p:nvPr/>
            </p:nvSpPr>
            <p:spPr>
              <a:xfrm>
                <a:off x="1754675" y="2824000"/>
                <a:ext cx="4593868" cy="355100"/>
              </a:xfrm>
              <a:custGeom>
                <a:rect b="b" l="l" r="r" t="t"/>
                <a:pathLst>
                  <a:path extrusionOk="0" h="5994" w="77550">
                    <a:moveTo>
                      <a:pt x="0" y="0"/>
                    </a:moveTo>
                    <a:lnTo>
                      <a:pt x="59202" y="0"/>
                    </a:lnTo>
                    <a:lnTo>
                      <a:pt x="65196" y="5994"/>
                    </a:lnTo>
                    <a:lnTo>
                      <a:pt x="77550" y="5994"/>
                    </a:lnTo>
                  </a:path>
                </a:pathLst>
              </a:custGeom>
              <a:noFill/>
              <a:ln cap="flat" cmpd="sng" w="9525">
                <a:solidFill>
                  <a:schemeClr val="dk1"/>
                </a:solidFill>
                <a:prstDash val="solid"/>
                <a:round/>
                <a:headEnd len="sm" w="sm" type="none"/>
                <a:tailEnd len="sm" w="sm" type="none"/>
              </a:ln>
            </p:spPr>
          </p:sp>
          <p:sp>
            <p:nvSpPr>
              <p:cNvPr id="320" name="Google Shape;320;p24"/>
              <p:cNvSpPr/>
              <p:nvPr/>
            </p:nvSpPr>
            <p:spPr>
              <a:xfrm>
                <a:off x="6348560" y="3102039"/>
                <a:ext cx="134400" cy="13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1" name="Google Shape;321;p24"/>
            <p:cNvGrpSpPr/>
            <p:nvPr/>
          </p:nvGrpSpPr>
          <p:grpSpPr>
            <a:xfrm>
              <a:off x="226304" y="3764889"/>
              <a:ext cx="3070084" cy="102363"/>
              <a:chOff x="1779150" y="2604263"/>
              <a:chExt cx="3811875" cy="127112"/>
            </a:xfrm>
          </p:grpSpPr>
          <p:sp>
            <p:nvSpPr>
              <p:cNvPr id="322" name="Google Shape;322;p24"/>
              <p:cNvSpPr/>
              <p:nvPr/>
            </p:nvSpPr>
            <p:spPr>
              <a:xfrm>
                <a:off x="1779150" y="2630450"/>
                <a:ext cx="3755175" cy="100925"/>
              </a:xfrm>
              <a:custGeom>
                <a:rect b="b" l="l" r="r" t="t"/>
                <a:pathLst>
                  <a:path extrusionOk="0" h="4037" w="150207">
                    <a:moveTo>
                      <a:pt x="0" y="4037"/>
                    </a:moveTo>
                    <a:lnTo>
                      <a:pt x="83176" y="4037"/>
                    </a:lnTo>
                    <a:lnTo>
                      <a:pt x="87213" y="0"/>
                    </a:lnTo>
                    <a:lnTo>
                      <a:pt x="150207" y="0"/>
                    </a:lnTo>
                  </a:path>
                </a:pathLst>
              </a:custGeom>
              <a:noFill/>
              <a:ln cap="flat" cmpd="sng" w="9525">
                <a:solidFill>
                  <a:schemeClr val="dk1"/>
                </a:solidFill>
                <a:prstDash val="solid"/>
                <a:round/>
                <a:headEnd len="sm" w="sm" type="none"/>
                <a:tailEnd len="sm" w="sm" type="none"/>
              </a:ln>
            </p:spPr>
          </p:sp>
          <p:sp>
            <p:nvSpPr>
              <p:cNvPr id="323" name="Google Shape;323;p24"/>
              <p:cNvSpPr/>
              <p:nvPr/>
            </p:nvSpPr>
            <p:spPr>
              <a:xfrm>
                <a:off x="5534325" y="260426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24" name="Google Shape;324;p24"/>
            <p:cNvGrpSpPr/>
            <p:nvPr/>
          </p:nvGrpSpPr>
          <p:grpSpPr>
            <a:xfrm>
              <a:off x="-12" y="3628565"/>
              <a:ext cx="3010303" cy="45661"/>
              <a:chOff x="1766900" y="2869225"/>
              <a:chExt cx="3737650" cy="56700"/>
            </a:xfrm>
          </p:grpSpPr>
          <p:cxnSp>
            <p:nvCxnSpPr>
              <p:cNvPr id="325" name="Google Shape;325;p24"/>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326" name="Google Shape;326;p24"/>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327" name="Google Shape;327;p24"/>
          <p:cNvGrpSpPr/>
          <p:nvPr/>
        </p:nvGrpSpPr>
        <p:grpSpPr>
          <a:xfrm flipH="1">
            <a:off x="-1341650" y="-685669"/>
            <a:ext cx="10751988" cy="7671703"/>
            <a:chOff x="-881984" y="-739244"/>
            <a:chExt cx="10751988" cy="7671703"/>
          </a:xfrm>
        </p:grpSpPr>
        <p:sp>
          <p:nvSpPr>
            <p:cNvPr id="328" name="Google Shape;328;p24"/>
            <p:cNvSpPr/>
            <p:nvPr/>
          </p:nvSpPr>
          <p:spPr>
            <a:xfrm flipH="1">
              <a:off x="5675437" y="4457952"/>
              <a:ext cx="4194567" cy="2474507"/>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24"/>
            <p:cNvSpPr/>
            <p:nvPr/>
          </p:nvSpPr>
          <p:spPr>
            <a:xfrm flipH="1" rot="10800000">
              <a:off x="-881984" y="-739244"/>
              <a:ext cx="1959133" cy="1024867"/>
            </a:xfrm>
            <a:custGeom>
              <a:rect b="b" l="l" r="r" t="t"/>
              <a:pathLst>
                <a:path extrusionOk="0" h="33981" w="64958">
                  <a:moveTo>
                    <a:pt x="1" y="0"/>
                  </a:moveTo>
                  <a:lnTo>
                    <a:pt x="1" y="33831"/>
                  </a:lnTo>
                  <a:lnTo>
                    <a:pt x="64957" y="33980"/>
                  </a:lnTo>
                  <a:lnTo>
                    <a:pt x="64957" y="33980"/>
                  </a:lnTo>
                  <a:lnTo>
                    <a:pt x="30991" y="0"/>
                  </a:lnTo>
                  <a:close/>
                </a:path>
              </a:pathLst>
            </a:custGeom>
            <a:solidFill>
              <a:srgbClr val="000000">
                <a:alpha val="8627"/>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30" name="Google Shape;330;p24"/>
          <p:cNvSpPr/>
          <p:nvPr/>
        </p:nvSpPr>
        <p:spPr>
          <a:xfrm flipH="1">
            <a:off x="-417877" y="511088"/>
            <a:ext cx="1232340" cy="231995"/>
          </a:xfrm>
          <a:custGeom>
            <a:rect b="b" l="l" r="r" t="t"/>
            <a:pathLst>
              <a:path extrusionOk="0" h="4203" w="22325">
                <a:moveTo>
                  <a:pt x="0" y="0"/>
                </a:moveTo>
                <a:lnTo>
                  <a:pt x="4191" y="4191"/>
                </a:lnTo>
                <a:lnTo>
                  <a:pt x="22325" y="4202"/>
                </a:lnTo>
                <a:lnTo>
                  <a:pt x="18131" y="0"/>
                </a:lnTo>
                <a:close/>
              </a:path>
            </a:pathLst>
          </a:cu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24"/>
          <p:cNvSpPr/>
          <p:nvPr/>
        </p:nvSpPr>
        <p:spPr>
          <a:xfrm flipH="1" rot="10800000">
            <a:off x="-621671" y="-1770656"/>
            <a:ext cx="4007050" cy="2363728"/>
          </a:xfrm>
          <a:custGeom>
            <a:rect b="b" l="l" r="r" t="t"/>
            <a:pathLst>
              <a:path extrusionOk="0" h="65842" w="111617">
                <a:moveTo>
                  <a:pt x="0" y="0"/>
                </a:moveTo>
                <a:lnTo>
                  <a:pt x="0" y="65842"/>
                </a:lnTo>
                <a:lnTo>
                  <a:pt x="111616" y="65842"/>
                </a:lnTo>
                <a:lnTo>
                  <a:pt x="111616" y="17621"/>
                </a:lnTo>
                <a:lnTo>
                  <a:pt x="97436" y="17621"/>
                </a:lnTo>
                <a:lnTo>
                  <a:pt x="85702" y="6053"/>
                </a:lnTo>
                <a:lnTo>
                  <a:pt x="52864" y="6053"/>
                </a:lnTo>
                <a:lnTo>
                  <a:pt x="46811" y="0"/>
                </a:lnTo>
                <a:close/>
              </a:path>
            </a:pathLst>
          </a:cu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1pPr>
            <a:lvl2pPr lvl="1"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2pPr>
            <a:lvl3pPr lvl="2"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3pPr>
            <a:lvl4pPr lvl="3"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4pPr>
            <a:lvl5pPr lvl="4"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5pPr>
            <a:lvl6pPr lvl="5"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6pPr>
            <a:lvl7pPr lvl="6"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7pPr>
            <a:lvl8pPr lvl="7"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8pPr>
            <a:lvl9pPr lvl="8" marR="0" rtl="0" algn="l">
              <a:lnSpc>
                <a:spcPct val="100000"/>
              </a:lnSpc>
              <a:spcBef>
                <a:spcPts val="0"/>
              </a:spcBef>
              <a:spcAft>
                <a:spcPts val="0"/>
              </a:spcAft>
              <a:buClr>
                <a:schemeClr val="lt1"/>
              </a:buClr>
              <a:buSzPts val="2800"/>
              <a:buFont typeface="Nunito"/>
              <a:buNone/>
              <a:defRPr b="0" i="0" sz="2800" u="none" cap="none" strike="noStrike">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marR="0" rtl="0" algn="l">
              <a:lnSpc>
                <a:spcPct val="115000"/>
              </a:lnSpc>
              <a:spcBef>
                <a:spcPts val="0"/>
              </a:spcBef>
              <a:spcAft>
                <a:spcPts val="0"/>
              </a:spcAft>
              <a:buClr>
                <a:schemeClr val="dk2"/>
              </a:buClr>
              <a:buSzPts val="1300"/>
              <a:buFont typeface="Calibri"/>
              <a:buChar char="●"/>
              <a:defRPr b="0" i="0" sz="1300" u="none" cap="none" strike="noStrike">
                <a:solidFill>
                  <a:schemeClr val="dk2"/>
                </a:solidFill>
                <a:latin typeface="Calibri"/>
                <a:ea typeface="Calibri"/>
                <a:cs typeface="Calibri"/>
                <a:sym typeface="Calibri"/>
              </a:defRPr>
            </a:lvl1pPr>
            <a:lvl2pPr indent="-298450" lvl="1" marL="914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2pPr>
            <a:lvl3pPr indent="-298450" lvl="2" marL="1371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3pPr>
            <a:lvl4pPr indent="-298450" lvl="3" marL="1828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4pPr>
            <a:lvl5pPr indent="-298450" lvl="4" marL="22860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5pPr>
            <a:lvl6pPr indent="-298450" lvl="5" marL="27432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6pPr>
            <a:lvl7pPr indent="-298450" lvl="6" marL="32004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7pPr>
            <a:lvl8pPr indent="-298450" lvl="7" marL="36576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8pPr>
            <a:lvl9pPr indent="-298450" lvl="8" marL="4114800" marR="0" rtl="0" algn="l">
              <a:lnSpc>
                <a:spcPct val="115000"/>
              </a:lnSpc>
              <a:spcBef>
                <a:spcPts val="0"/>
              </a:spcBef>
              <a:spcAft>
                <a:spcPts val="0"/>
              </a:spcAft>
              <a:buClr>
                <a:schemeClr val="dk2"/>
              </a:buClr>
              <a:buSzPts val="1100"/>
              <a:buFont typeface="Calibri"/>
              <a:buChar char="■"/>
              <a:defRPr b="0" i="0" sz="1100" u="none" cap="none" strike="noStrike">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200" name="Shape 200"/>
        <p:cNvGrpSpPr/>
        <p:nvPr/>
      </p:nvGrpSpPr>
      <p:grpSpPr>
        <a:xfrm>
          <a:off x="0" y="0"/>
          <a:ext cx="0" cy="0"/>
          <a:chOff x="0" y="0"/>
          <a:chExt cx="0" cy="0"/>
        </a:xfrm>
      </p:grpSpPr>
      <p:sp>
        <p:nvSpPr>
          <p:cNvPr id="201" name="Google Shape;201;p17"/>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600"/>
              <a:buFont typeface="Poppins Black"/>
              <a:buNone/>
              <a:defRPr b="0" i="0" sz="2600" u="none" cap="none" strike="noStrike">
                <a:solidFill>
                  <a:schemeClr val="dk1"/>
                </a:solidFill>
                <a:latin typeface="Poppins Black"/>
                <a:ea typeface="Poppins Black"/>
                <a:cs typeface="Poppins Black"/>
                <a:sym typeface="Poppins Black"/>
              </a:defRPr>
            </a:lvl1pPr>
            <a:lvl2pPr lvl="1" marR="0" rtl="0" algn="l">
              <a:lnSpc>
                <a:spcPct val="100000"/>
              </a:lnSpc>
              <a:spcBef>
                <a:spcPts val="0"/>
              </a:spcBef>
              <a:spcAft>
                <a:spcPts val="0"/>
              </a:spcAft>
              <a:buClr>
                <a:schemeClr val="dk1"/>
              </a:buClr>
              <a:buSzPts val="3500"/>
              <a:buFont typeface="Raleway"/>
              <a:buNone/>
              <a:defRPr b="1" i="0" sz="3500" u="none" cap="none" strike="noStrike">
                <a:solidFill>
                  <a:schemeClr val="dk1"/>
                </a:solidFill>
                <a:latin typeface="Raleway"/>
                <a:ea typeface="Raleway"/>
                <a:cs typeface="Raleway"/>
                <a:sym typeface="Raleway"/>
              </a:defRPr>
            </a:lvl2pPr>
            <a:lvl3pPr lvl="2" marR="0" rtl="0" algn="l">
              <a:lnSpc>
                <a:spcPct val="100000"/>
              </a:lnSpc>
              <a:spcBef>
                <a:spcPts val="0"/>
              </a:spcBef>
              <a:spcAft>
                <a:spcPts val="0"/>
              </a:spcAft>
              <a:buClr>
                <a:schemeClr val="dk1"/>
              </a:buClr>
              <a:buSzPts val="3500"/>
              <a:buFont typeface="Raleway"/>
              <a:buNone/>
              <a:defRPr b="1" i="0" sz="3500" u="none" cap="none" strike="noStrike">
                <a:solidFill>
                  <a:schemeClr val="dk1"/>
                </a:solidFill>
                <a:latin typeface="Raleway"/>
                <a:ea typeface="Raleway"/>
                <a:cs typeface="Raleway"/>
                <a:sym typeface="Raleway"/>
              </a:defRPr>
            </a:lvl3pPr>
            <a:lvl4pPr lvl="3" marR="0" rtl="0" algn="l">
              <a:lnSpc>
                <a:spcPct val="100000"/>
              </a:lnSpc>
              <a:spcBef>
                <a:spcPts val="0"/>
              </a:spcBef>
              <a:spcAft>
                <a:spcPts val="0"/>
              </a:spcAft>
              <a:buClr>
                <a:schemeClr val="dk1"/>
              </a:buClr>
              <a:buSzPts val="3500"/>
              <a:buFont typeface="Raleway"/>
              <a:buNone/>
              <a:defRPr b="1" i="0" sz="3500" u="none" cap="none" strike="noStrike">
                <a:solidFill>
                  <a:schemeClr val="dk1"/>
                </a:solidFill>
                <a:latin typeface="Raleway"/>
                <a:ea typeface="Raleway"/>
                <a:cs typeface="Raleway"/>
                <a:sym typeface="Raleway"/>
              </a:defRPr>
            </a:lvl4pPr>
            <a:lvl5pPr lvl="4" marR="0" rtl="0" algn="l">
              <a:lnSpc>
                <a:spcPct val="100000"/>
              </a:lnSpc>
              <a:spcBef>
                <a:spcPts val="0"/>
              </a:spcBef>
              <a:spcAft>
                <a:spcPts val="0"/>
              </a:spcAft>
              <a:buClr>
                <a:schemeClr val="dk1"/>
              </a:buClr>
              <a:buSzPts val="3500"/>
              <a:buFont typeface="Raleway"/>
              <a:buNone/>
              <a:defRPr b="1" i="0" sz="3500" u="none" cap="none" strike="noStrike">
                <a:solidFill>
                  <a:schemeClr val="dk1"/>
                </a:solidFill>
                <a:latin typeface="Raleway"/>
                <a:ea typeface="Raleway"/>
                <a:cs typeface="Raleway"/>
                <a:sym typeface="Raleway"/>
              </a:defRPr>
            </a:lvl5pPr>
            <a:lvl6pPr lvl="5" marR="0" rtl="0" algn="l">
              <a:lnSpc>
                <a:spcPct val="100000"/>
              </a:lnSpc>
              <a:spcBef>
                <a:spcPts val="0"/>
              </a:spcBef>
              <a:spcAft>
                <a:spcPts val="0"/>
              </a:spcAft>
              <a:buClr>
                <a:schemeClr val="dk1"/>
              </a:buClr>
              <a:buSzPts val="3500"/>
              <a:buFont typeface="Raleway"/>
              <a:buNone/>
              <a:defRPr b="1" i="0" sz="3500" u="none" cap="none" strike="noStrike">
                <a:solidFill>
                  <a:schemeClr val="dk1"/>
                </a:solidFill>
                <a:latin typeface="Raleway"/>
                <a:ea typeface="Raleway"/>
                <a:cs typeface="Raleway"/>
                <a:sym typeface="Raleway"/>
              </a:defRPr>
            </a:lvl6pPr>
            <a:lvl7pPr lvl="6" marR="0" rtl="0" algn="l">
              <a:lnSpc>
                <a:spcPct val="100000"/>
              </a:lnSpc>
              <a:spcBef>
                <a:spcPts val="0"/>
              </a:spcBef>
              <a:spcAft>
                <a:spcPts val="0"/>
              </a:spcAft>
              <a:buClr>
                <a:schemeClr val="dk1"/>
              </a:buClr>
              <a:buSzPts val="3500"/>
              <a:buFont typeface="Raleway"/>
              <a:buNone/>
              <a:defRPr b="1" i="0" sz="3500" u="none" cap="none" strike="noStrike">
                <a:solidFill>
                  <a:schemeClr val="dk1"/>
                </a:solidFill>
                <a:latin typeface="Raleway"/>
                <a:ea typeface="Raleway"/>
                <a:cs typeface="Raleway"/>
                <a:sym typeface="Raleway"/>
              </a:defRPr>
            </a:lvl7pPr>
            <a:lvl8pPr lvl="7" marR="0" rtl="0" algn="l">
              <a:lnSpc>
                <a:spcPct val="100000"/>
              </a:lnSpc>
              <a:spcBef>
                <a:spcPts val="0"/>
              </a:spcBef>
              <a:spcAft>
                <a:spcPts val="0"/>
              </a:spcAft>
              <a:buClr>
                <a:schemeClr val="dk1"/>
              </a:buClr>
              <a:buSzPts val="3500"/>
              <a:buFont typeface="Raleway"/>
              <a:buNone/>
              <a:defRPr b="1" i="0" sz="3500" u="none" cap="none" strike="noStrike">
                <a:solidFill>
                  <a:schemeClr val="dk1"/>
                </a:solidFill>
                <a:latin typeface="Raleway"/>
                <a:ea typeface="Raleway"/>
                <a:cs typeface="Raleway"/>
                <a:sym typeface="Raleway"/>
              </a:defRPr>
            </a:lvl8pPr>
            <a:lvl9pPr lvl="8" marR="0" rtl="0" algn="l">
              <a:lnSpc>
                <a:spcPct val="100000"/>
              </a:lnSpc>
              <a:spcBef>
                <a:spcPts val="0"/>
              </a:spcBef>
              <a:spcAft>
                <a:spcPts val="0"/>
              </a:spcAft>
              <a:buClr>
                <a:schemeClr val="dk1"/>
              </a:buClr>
              <a:buSzPts val="3500"/>
              <a:buFont typeface="Raleway"/>
              <a:buNone/>
              <a:defRPr b="1" i="0" sz="3500" u="none" cap="none" strike="noStrike">
                <a:solidFill>
                  <a:schemeClr val="dk1"/>
                </a:solidFill>
                <a:latin typeface="Raleway"/>
                <a:ea typeface="Raleway"/>
                <a:cs typeface="Raleway"/>
                <a:sym typeface="Raleway"/>
              </a:defRPr>
            </a:lvl9pPr>
          </a:lstStyle>
          <a:p/>
        </p:txBody>
      </p:sp>
      <p:sp>
        <p:nvSpPr>
          <p:cNvPr id="202" name="Google Shape;202;p17"/>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Barlow"/>
              <a:buChar char="●"/>
              <a:defRPr b="0" i="0" sz="1200" u="none" cap="none" strike="noStrike">
                <a:solidFill>
                  <a:schemeClr val="dk1"/>
                </a:solidFill>
                <a:latin typeface="Barlow"/>
                <a:ea typeface="Barlow"/>
                <a:cs typeface="Barlow"/>
                <a:sym typeface="Barlow"/>
              </a:defRPr>
            </a:lvl1pPr>
            <a:lvl2pPr indent="-304800" lvl="1" marL="914400" marR="0" rtl="0" algn="l">
              <a:lnSpc>
                <a:spcPct val="100000"/>
              </a:lnSpc>
              <a:spcBef>
                <a:spcPts val="0"/>
              </a:spcBef>
              <a:spcAft>
                <a:spcPts val="0"/>
              </a:spcAft>
              <a:buClr>
                <a:schemeClr val="dk1"/>
              </a:buClr>
              <a:buSzPts val="1200"/>
              <a:buFont typeface="Barlow"/>
              <a:buChar char="○"/>
              <a:defRPr b="0" i="0" sz="1200" u="none" cap="none" strike="noStrike">
                <a:solidFill>
                  <a:schemeClr val="dk1"/>
                </a:solidFill>
                <a:latin typeface="Barlow"/>
                <a:ea typeface="Barlow"/>
                <a:cs typeface="Barlow"/>
                <a:sym typeface="Barlow"/>
              </a:defRPr>
            </a:lvl2pPr>
            <a:lvl3pPr indent="-304800" lvl="2" marL="1371600" marR="0" rtl="0" algn="l">
              <a:lnSpc>
                <a:spcPct val="100000"/>
              </a:lnSpc>
              <a:spcBef>
                <a:spcPts val="0"/>
              </a:spcBef>
              <a:spcAft>
                <a:spcPts val="0"/>
              </a:spcAft>
              <a:buClr>
                <a:schemeClr val="dk1"/>
              </a:buClr>
              <a:buSzPts val="1200"/>
              <a:buFont typeface="Barlow"/>
              <a:buChar char="■"/>
              <a:defRPr b="0" i="0" sz="1200" u="none" cap="none" strike="noStrike">
                <a:solidFill>
                  <a:schemeClr val="dk1"/>
                </a:solidFill>
                <a:latin typeface="Barlow"/>
                <a:ea typeface="Barlow"/>
                <a:cs typeface="Barlow"/>
                <a:sym typeface="Barlow"/>
              </a:defRPr>
            </a:lvl3pPr>
            <a:lvl4pPr indent="-304800" lvl="3" marL="1828800" marR="0" rtl="0" algn="l">
              <a:lnSpc>
                <a:spcPct val="100000"/>
              </a:lnSpc>
              <a:spcBef>
                <a:spcPts val="0"/>
              </a:spcBef>
              <a:spcAft>
                <a:spcPts val="0"/>
              </a:spcAft>
              <a:buClr>
                <a:schemeClr val="dk1"/>
              </a:buClr>
              <a:buSzPts val="1200"/>
              <a:buFont typeface="Barlow"/>
              <a:buChar char="●"/>
              <a:defRPr b="0" i="0" sz="1200" u="none" cap="none" strike="noStrike">
                <a:solidFill>
                  <a:schemeClr val="dk1"/>
                </a:solidFill>
                <a:latin typeface="Barlow"/>
                <a:ea typeface="Barlow"/>
                <a:cs typeface="Barlow"/>
                <a:sym typeface="Barlow"/>
              </a:defRPr>
            </a:lvl4pPr>
            <a:lvl5pPr indent="-304800" lvl="4" marL="2286000" marR="0" rtl="0" algn="l">
              <a:lnSpc>
                <a:spcPct val="100000"/>
              </a:lnSpc>
              <a:spcBef>
                <a:spcPts val="0"/>
              </a:spcBef>
              <a:spcAft>
                <a:spcPts val="0"/>
              </a:spcAft>
              <a:buClr>
                <a:schemeClr val="dk1"/>
              </a:buClr>
              <a:buSzPts val="1200"/>
              <a:buFont typeface="Barlow"/>
              <a:buChar char="○"/>
              <a:defRPr b="0" i="0" sz="1200" u="none" cap="none" strike="noStrike">
                <a:solidFill>
                  <a:schemeClr val="dk1"/>
                </a:solidFill>
                <a:latin typeface="Barlow"/>
                <a:ea typeface="Barlow"/>
                <a:cs typeface="Barlow"/>
                <a:sym typeface="Barlow"/>
              </a:defRPr>
            </a:lvl5pPr>
            <a:lvl6pPr indent="-304800" lvl="5" marL="2743200" marR="0" rtl="0" algn="l">
              <a:lnSpc>
                <a:spcPct val="100000"/>
              </a:lnSpc>
              <a:spcBef>
                <a:spcPts val="0"/>
              </a:spcBef>
              <a:spcAft>
                <a:spcPts val="0"/>
              </a:spcAft>
              <a:buClr>
                <a:schemeClr val="dk1"/>
              </a:buClr>
              <a:buSzPts val="1200"/>
              <a:buFont typeface="Barlow"/>
              <a:buChar char="■"/>
              <a:defRPr b="0" i="0" sz="1200" u="none" cap="none" strike="noStrike">
                <a:solidFill>
                  <a:schemeClr val="dk1"/>
                </a:solidFill>
                <a:latin typeface="Barlow"/>
                <a:ea typeface="Barlow"/>
                <a:cs typeface="Barlow"/>
                <a:sym typeface="Barlow"/>
              </a:defRPr>
            </a:lvl6pPr>
            <a:lvl7pPr indent="-304800" lvl="6" marL="3200400" marR="0" rtl="0" algn="l">
              <a:lnSpc>
                <a:spcPct val="100000"/>
              </a:lnSpc>
              <a:spcBef>
                <a:spcPts val="0"/>
              </a:spcBef>
              <a:spcAft>
                <a:spcPts val="0"/>
              </a:spcAft>
              <a:buClr>
                <a:schemeClr val="dk1"/>
              </a:buClr>
              <a:buSzPts val="1200"/>
              <a:buFont typeface="Barlow"/>
              <a:buChar char="●"/>
              <a:defRPr b="0" i="0" sz="1200" u="none" cap="none" strike="noStrike">
                <a:solidFill>
                  <a:schemeClr val="dk1"/>
                </a:solidFill>
                <a:latin typeface="Barlow"/>
                <a:ea typeface="Barlow"/>
                <a:cs typeface="Barlow"/>
                <a:sym typeface="Barlow"/>
              </a:defRPr>
            </a:lvl7pPr>
            <a:lvl8pPr indent="-304800" lvl="7" marL="3657600" marR="0" rtl="0" algn="l">
              <a:lnSpc>
                <a:spcPct val="100000"/>
              </a:lnSpc>
              <a:spcBef>
                <a:spcPts val="0"/>
              </a:spcBef>
              <a:spcAft>
                <a:spcPts val="0"/>
              </a:spcAft>
              <a:buClr>
                <a:schemeClr val="dk1"/>
              </a:buClr>
              <a:buSzPts val="1200"/>
              <a:buFont typeface="Barlow"/>
              <a:buChar char="○"/>
              <a:defRPr b="0" i="0" sz="1200" u="none" cap="none" strike="noStrike">
                <a:solidFill>
                  <a:schemeClr val="dk1"/>
                </a:solidFill>
                <a:latin typeface="Barlow"/>
                <a:ea typeface="Barlow"/>
                <a:cs typeface="Barlow"/>
                <a:sym typeface="Barlow"/>
              </a:defRPr>
            </a:lvl8pPr>
            <a:lvl9pPr indent="-304800" lvl="8" marL="4114800" marR="0" rtl="0" algn="l">
              <a:lnSpc>
                <a:spcPct val="100000"/>
              </a:lnSpc>
              <a:spcBef>
                <a:spcPts val="0"/>
              </a:spcBef>
              <a:spcAft>
                <a:spcPts val="0"/>
              </a:spcAft>
              <a:buClr>
                <a:schemeClr val="dk1"/>
              </a:buClr>
              <a:buSzPts val="1200"/>
              <a:buFont typeface="Barlow"/>
              <a:buChar char="■"/>
              <a:defRPr b="0" i="0" sz="1200" u="none" cap="none" strike="noStrike">
                <a:solidFill>
                  <a:schemeClr val="dk1"/>
                </a:solidFill>
                <a:latin typeface="Barlow"/>
                <a:ea typeface="Barlow"/>
                <a:cs typeface="Barlow"/>
                <a:sym typeface="Barlow"/>
              </a:defRPr>
            </a:lvl9pPr>
          </a:lstStyle>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32DE"/>
        </a:solidFill>
      </p:bgPr>
    </p:bg>
    <p:spTree>
      <p:nvGrpSpPr>
        <p:cNvPr id="336" name="Shape 336"/>
        <p:cNvGrpSpPr/>
        <p:nvPr/>
      </p:nvGrpSpPr>
      <p:grpSpPr>
        <a:xfrm>
          <a:off x="0" y="0"/>
          <a:ext cx="0" cy="0"/>
          <a:chOff x="0" y="0"/>
          <a:chExt cx="0" cy="0"/>
        </a:xfrm>
      </p:grpSpPr>
      <p:sp>
        <p:nvSpPr>
          <p:cNvPr id="337" name="Google Shape;337;p25"/>
          <p:cNvSpPr txBox="1"/>
          <p:nvPr>
            <p:ph type="ctrTitle"/>
          </p:nvPr>
        </p:nvSpPr>
        <p:spPr>
          <a:xfrm>
            <a:off x="153061" y="2320367"/>
            <a:ext cx="9118200" cy="10467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3800"/>
              <a:buNone/>
            </a:pPr>
            <a:r>
              <a:rPr b="1" lang="en">
                <a:solidFill>
                  <a:schemeClr val="dk2"/>
                </a:solidFill>
              </a:rPr>
              <a:t>NBA STATISTICS Dataset Analysis</a:t>
            </a:r>
            <a:br>
              <a:rPr lang="en" sz="3000">
                <a:solidFill>
                  <a:schemeClr val="accent4"/>
                </a:solidFill>
              </a:rPr>
            </a:br>
            <a:r>
              <a:rPr lang="en" sz="3000">
                <a:solidFill>
                  <a:srgbClr val="1E1313"/>
                </a:solidFill>
              </a:rPr>
              <a:t>Python Code and Analysis</a:t>
            </a:r>
            <a:endParaRPr sz="3000">
              <a:solidFill>
                <a:srgbClr val="1E1313"/>
              </a:solidFill>
            </a:endParaRPr>
          </a:p>
        </p:txBody>
      </p:sp>
      <p:sp>
        <p:nvSpPr>
          <p:cNvPr id="338" name="Google Shape;338;p25"/>
          <p:cNvSpPr/>
          <p:nvPr/>
        </p:nvSpPr>
        <p:spPr>
          <a:xfrm>
            <a:off x="3594239" y="-456182"/>
            <a:ext cx="1955523" cy="1955523"/>
          </a:xfrm>
          <a:prstGeom prst="diamond">
            <a:avLst/>
          </a:prstGeom>
          <a:noFill/>
          <a:ln cap="flat" cmpd="sng" w="12700">
            <a:solidFill>
              <a:schemeClr val="accent3"/>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9" name="Google Shape;339;p25"/>
          <p:cNvSpPr/>
          <p:nvPr/>
        </p:nvSpPr>
        <p:spPr>
          <a:xfrm>
            <a:off x="3243944" y="-1328057"/>
            <a:ext cx="2656115" cy="2656115"/>
          </a:xfrm>
          <a:prstGeom prst="diamond">
            <a:avLst/>
          </a:prstGeom>
          <a:noFill/>
          <a:ln cap="flat" cmpd="sng" w="12700">
            <a:solidFill>
              <a:schemeClr val="accent4"/>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descr="Icon of chart. " id="340" name="Google Shape;340;p25"/>
          <p:cNvGrpSpPr/>
          <p:nvPr/>
        </p:nvGrpSpPr>
        <p:grpSpPr>
          <a:xfrm>
            <a:off x="4344673" y="1622627"/>
            <a:ext cx="367469" cy="369510"/>
            <a:chOff x="2025650" y="4786313"/>
            <a:chExt cx="285750" cy="287338"/>
          </a:xfrm>
        </p:grpSpPr>
        <p:sp>
          <p:nvSpPr>
            <p:cNvPr id="341" name="Google Shape;341;p25"/>
            <p:cNvSpPr/>
            <p:nvPr/>
          </p:nvSpPr>
          <p:spPr>
            <a:xfrm>
              <a:off x="2025650" y="4786313"/>
              <a:ext cx="285750" cy="287338"/>
            </a:xfrm>
            <a:custGeom>
              <a:rect b="b" l="l" r="r" t="t"/>
              <a:pathLst>
                <a:path extrusionOk="0" h="903" w="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42" name="Google Shape;342;p25"/>
            <p:cNvSpPr/>
            <p:nvPr/>
          </p:nvSpPr>
          <p:spPr>
            <a:xfrm>
              <a:off x="2054225" y="4843463"/>
              <a:ext cx="200025" cy="73025"/>
            </a:xfrm>
            <a:custGeom>
              <a:rect b="b" l="l" r="r" t="t"/>
              <a:pathLst>
                <a:path extrusionOk="0" h="226" w="632">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343" name="Google Shape;343;p25"/>
          <p:cNvSpPr txBox="1"/>
          <p:nvPr/>
        </p:nvSpPr>
        <p:spPr>
          <a:xfrm>
            <a:off x="5900050" y="4137125"/>
            <a:ext cx="2931300" cy="5001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91919"/>
                </a:solidFill>
                <a:latin typeface="Arial"/>
                <a:ea typeface="Arial"/>
                <a:cs typeface="Arial"/>
                <a:sym typeface="Arial"/>
              </a:rPr>
              <a:t>SHUBHANKAN SHINDE </a:t>
            </a:r>
            <a:endParaRPr b="0" i="0" sz="1400" u="none" cap="none" strike="noStrike">
              <a:solidFill>
                <a:srgbClr val="191919"/>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6490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6"/>
          <p:cNvSpPr/>
          <p:nvPr/>
        </p:nvSpPr>
        <p:spPr>
          <a:xfrm>
            <a:off x="3083720" y="1290638"/>
            <a:ext cx="2976563" cy="2976563"/>
          </a:xfrm>
          <a:prstGeom prst="ellipse">
            <a:avLst/>
          </a:prstGeom>
          <a:noFill/>
          <a:ln cap="flat" cmpd="sng" w="12700">
            <a:solidFill>
              <a:schemeClr val="lt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cxnSp>
        <p:nvCxnSpPr>
          <p:cNvPr id="350" name="Google Shape;350;p26"/>
          <p:cNvCxnSpPr/>
          <p:nvPr/>
        </p:nvCxnSpPr>
        <p:spPr>
          <a:xfrm>
            <a:off x="6079331" y="392173"/>
            <a:ext cx="3064669" cy="0"/>
          </a:xfrm>
          <a:prstGeom prst="straightConnector1">
            <a:avLst/>
          </a:prstGeom>
          <a:noFill/>
          <a:ln cap="flat" cmpd="sng" w="9525">
            <a:solidFill>
              <a:srgbClr val="0032DE"/>
            </a:solidFill>
            <a:prstDash val="solid"/>
            <a:miter lim="800000"/>
            <a:headEnd len="med" w="med" type="oval"/>
            <a:tailEnd len="sm" w="sm" type="none"/>
          </a:ln>
        </p:spPr>
      </p:cxnSp>
      <p:sp>
        <p:nvSpPr>
          <p:cNvPr id="351" name="Google Shape;351;p26"/>
          <p:cNvSpPr txBox="1"/>
          <p:nvPr/>
        </p:nvSpPr>
        <p:spPr>
          <a:xfrm>
            <a:off x="111815" y="241626"/>
            <a:ext cx="8801100" cy="581698"/>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Clr>
                <a:srgbClr val="FEFEFE"/>
              </a:buClr>
              <a:buSzPts val="2100"/>
              <a:buFont typeface="Arial"/>
              <a:buNone/>
            </a:pPr>
            <a:br>
              <a:rPr b="0" i="0" lang="en" sz="2100" u="none" cap="none" strike="noStrike">
                <a:solidFill>
                  <a:srgbClr val="FEFEFE"/>
                </a:solidFill>
                <a:latin typeface="Arial"/>
                <a:ea typeface="Arial"/>
                <a:cs typeface="Arial"/>
                <a:sym typeface="Arial"/>
              </a:rPr>
            </a:br>
            <a:endParaRPr b="0" i="0" sz="2100" u="none" cap="none" strike="noStrike">
              <a:solidFill>
                <a:srgbClr val="FEFEFE"/>
              </a:solidFill>
              <a:latin typeface="Arial"/>
              <a:ea typeface="Arial"/>
              <a:cs typeface="Arial"/>
              <a:sym typeface="Arial"/>
            </a:endParaRPr>
          </a:p>
        </p:txBody>
      </p:sp>
      <p:cxnSp>
        <p:nvCxnSpPr>
          <p:cNvPr id="352" name="Google Shape;352;p26"/>
          <p:cNvCxnSpPr/>
          <p:nvPr/>
        </p:nvCxnSpPr>
        <p:spPr>
          <a:xfrm>
            <a:off x="0" y="392173"/>
            <a:ext cx="3064669" cy="0"/>
          </a:xfrm>
          <a:prstGeom prst="straightConnector1">
            <a:avLst/>
          </a:prstGeom>
          <a:noFill/>
          <a:ln cap="flat" cmpd="sng" w="9525">
            <a:solidFill>
              <a:srgbClr val="0032DE"/>
            </a:solidFill>
            <a:prstDash val="solid"/>
            <a:miter lim="800000"/>
            <a:headEnd len="sm" w="sm" type="none"/>
            <a:tailEnd len="med" w="med" type="oval"/>
          </a:ln>
        </p:spPr>
      </p:cxnSp>
      <p:sp>
        <p:nvSpPr>
          <p:cNvPr id="353" name="Google Shape;353;p26"/>
          <p:cNvSpPr/>
          <p:nvPr/>
        </p:nvSpPr>
        <p:spPr>
          <a:xfrm>
            <a:off x="3678925" y="2145075"/>
            <a:ext cx="1742100" cy="1271700"/>
          </a:xfrm>
          <a:prstGeom prst="ellipse">
            <a:avLst/>
          </a:prstGeom>
          <a:solidFill>
            <a:schemeClr val="lt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rPr b="1" lang="en">
                <a:solidFill>
                  <a:schemeClr val="lt1"/>
                </a:solidFill>
              </a:rPr>
              <a:t>Visualization</a:t>
            </a:r>
            <a:r>
              <a:rPr b="1" i="0" lang="en" sz="1400" u="none" cap="none" strike="noStrike">
                <a:solidFill>
                  <a:schemeClr val="lt1"/>
                </a:solidFill>
                <a:latin typeface="Arial"/>
                <a:ea typeface="Arial"/>
                <a:cs typeface="Arial"/>
                <a:sym typeface="Arial"/>
              </a:rPr>
              <a:t> and analysis</a:t>
            </a:r>
            <a:endParaRPr b="1" i="0" sz="1400" u="none" cap="none" strike="noStrike">
              <a:solidFill>
                <a:schemeClr val="lt1"/>
              </a:solidFill>
              <a:latin typeface="Arial"/>
              <a:ea typeface="Arial"/>
              <a:cs typeface="Arial"/>
              <a:sym typeface="Arial"/>
            </a:endParaRPr>
          </a:p>
        </p:txBody>
      </p:sp>
      <p:sp>
        <p:nvSpPr>
          <p:cNvPr id="354" name="Google Shape;354;p26"/>
          <p:cNvSpPr/>
          <p:nvPr/>
        </p:nvSpPr>
        <p:spPr>
          <a:xfrm>
            <a:off x="5207794" y="1210408"/>
            <a:ext cx="2745581" cy="555748"/>
          </a:xfrm>
          <a:prstGeom prst="roundRect">
            <a:avLst>
              <a:gd fmla="val 50000" name="adj"/>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191919"/>
                </a:solidFill>
                <a:latin typeface="Arial"/>
                <a:ea typeface="Arial"/>
                <a:cs typeface="Arial"/>
                <a:sym typeface="Arial"/>
              </a:rPr>
              <a:t>1. Loading data set</a:t>
            </a:r>
            <a:endParaRPr b="0" i="0" sz="1200" u="none" cap="none" strike="noStrike">
              <a:solidFill>
                <a:srgbClr val="191919"/>
              </a:solidFill>
              <a:latin typeface="Arial"/>
              <a:ea typeface="Arial"/>
              <a:cs typeface="Arial"/>
              <a:sym typeface="Arial"/>
            </a:endParaRPr>
          </a:p>
        </p:txBody>
      </p:sp>
      <p:sp>
        <p:nvSpPr>
          <p:cNvPr id="355" name="Google Shape;355;p26"/>
          <p:cNvSpPr/>
          <p:nvPr/>
        </p:nvSpPr>
        <p:spPr>
          <a:xfrm>
            <a:off x="5124450" y="1135856"/>
            <a:ext cx="704850" cy="704850"/>
          </a:xfrm>
          <a:prstGeom prst="ellipse">
            <a:avLst/>
          </a:prstGeom>
          <a:solidFill>
            <a:srgbClr val="A3A3A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6" name="Google Shape;356;p26"/>
          <p:cNvSpPr/>
          <p:nvPr/>
        </p:nvSpPr>
        <p:spPr>
          <a:xfrm>
            <a:off x="5769776" y="2501050"/>
            <a:ext cx="3064800" cy="555900"/>
          </a:xfrm>
          <a:prstGeom prst="roundRect">
            <a:avLst>
              <a:gd fmla="val 50000" name="adj"/>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i="0" lang="en" sz="1200" u="none" cap="none" strike="noStrike">
                <a:solidFill>
                  <a:srgbClr val="191919"/>
                </a:solidFill>
              </a:rPr>
              <a:t>2. Exploring Data Origins</a:t>
            </a:r>
            <a:endParaRPr i="0" sz="1200" u="none" cap="none" strike="noStrike">
              <a:solidFill>
                <a:srgbClr val="191919"/>
              </a:solidFill>
            </a:endParaRPr>
          </a:p>
        </p:txBody>
      </p:sp>
      <p:sp>
        <p:nvSpPr>
          <p:cNvPr id="357" name="Google Shape;357;p26"/>
          <p:cNvSpPr/>
          <p:nvPr/>
        </p:nvSpPr>
        <p:spPr>
          <a:xfrm>
            <a:off x="5617698" y="2426494"/>
            <a:ext cx="704850" cy="704850"/>
          </a:xfrm>
          <a:prstGeom prst="ellipse">
            <a:avLst/>
          </a:prstGeom>
          <a:solidFill>
            <a:srgbClr val="4D76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8" name="Google Shape;358;p26"/>
          <p:cNvSpPr/>
          <p:nvPr/>
        </p:nvSpPr>
        <p:spPr>
          <a:xfrm>
            <a:off x="5207794" y="3866233"/>
            <a:ext cx="2745581" cy="555748"/>
          </a:xfrm>
          <a:prstGeom prst="roundRect">
            <a:avLst>
              <a:gd fmla="val 50000" name="adj"/>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rgbClr val="191919"/>
                </a:solidFill>
              </a:rPr>
              <a:t>3. Data</a:t>
            </a:r>
            <a:r>
              <a:rPr b="0" i="0" lang="en" sz="1200" u="none" cap="none" strike="noStrike">
                <a:solidFill>
                  <a:srgbClr val="191919"/>
                </a:solidFill>
                <a:latin typeface="Arial"/>
                <a:ea typeface="Arial"/>
                <a:cs typeface="Arial"/>
                <a:sym typeface="Arial"/>
              </a:rPr>
              <a:t> cleaning</a:t>
            </a:r>
            <a:r>
              <a:rPr b="0" i="0" lang="en" sz="1200" u="none" cap="none" strike="noStrike">
                <a:solidFill>
                  <a:schemeClr val="lt1"/>
                </a:solidFill>
                <a:latin typeface="Arial"/>
                <a:ea typeface="Arial"/>
                <a:cs typeface="Arial"/>
                <a:sym typeface="Arial"/>
              </a:rPr>
              <a:t> </a:t>
            </a:r>
            <a:endParaRPr b="0" i="0" sz="1200" u="none" cap="none" strike="noStrike">
              <a:solidFill>
                <a:schemeClr val="lt1"/>
              </a:solidFill>
              <a:latin typeface="Arial"/>
              <a:ea typeface="Arial"/>
              <a:cs typeface="Arial"/>
              <a:sym typeface="Arial"/>
            </a:endParaRPr>
          </a:p>
        </p:txBody>
      </p:sp>
      <p:sp>
        <p:nvSpPr>
          <p:cNvPr id="359" name="Google Shape;359;p26"/>
          <p:cNvSpPr/>
          <p:nvPr/>
        </p:nvSpPr>
        <p:spPr>
          <a:xfrm>
            <a:off x="5111256" y="3756835"/>
            <a:ext cx="704850" cy="704850"/>
          </a:xfrm>
          <a:prstGeom prst="ellipse">
            <a:avLst/>
          </a:prstGeom>
          <a:solidFill>
            <a:srgbClr val="A3A3A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0" name="Google Shape;360;p26"/>
          <p:cNvSpPr/>
          <p:nvPr/>
        </p:nvSpPr>
        <p:spPr>
          <a:xfrm>
            <a:off x="1190625" y="1210408"/>
            <a:ext cx="2745581" cy="555748"/>
          </a:xfrm>
          <a:prstGeom prst="roundRect">
            <a:avLst>
              <a:gd fmla="val 50000" name="adj"/>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rgbClr val="191919"/>
                </a:solidFill>
              </a:rPr>
              <a:t>6. Analysis</a:t>
            </a:r>
            <a:endParaRPr b="0" i="0" sz="1200" u="none" cap="none" strike="noStrike">
              <a:solidFill>
                <a:srgbClr val="191919"/>
              </a:solidFill>
              <a:latin typeface="Arial"/>
              <a:ea typeface="Arial"/>
              <a:cs typeface="Arial"/>
              <a:sym typeface="Arial"/>
            </a:endParaRPr>
          </a:p>
        </p:txBody>
      </p:sp>
      <p:sp>
        <p:nvSpPr>
          <p:cNvPr id="361" name="Google Shape;361;p26"/>
          <p:cNvSpPr/>
          <p:nvPr/>
        </p:nvSpPr>
        <p:spPr>
          <a:xfrm>
            <a:off x="3314700" y="1135856"/>
            <a:ext cx="704850" cy="704850"/>
          </a:xfrm>
          <a:prstGeom prst="ellipse">
            <a:avLst/>
          </a:prstGeom>
          <a:solidFill>
            <a:srgbClr val="4D76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2" name="Google Shape;362;p26"/>
          <p:cNvSpPr/>
          <p:nvPr/>
        </p:nvSpPr>
        <p:spPr>
          <a:xfrm>
            <a:off x="628650" y="2501045"/>
            <a:ext cx="2745581" cy="555748"/>
          </a:xfrm>
          <a:prstGeom prst="roundRect">
            <a:avLst>
              <a:gd fmla="val 50000" name="adj"/>
            </a:avLst>
          </a:prstGeom>
          <a:solidFill>
            <a:schemeClr val="accent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rgbClr val="191919"/>
                </a:solidFill>
              </a:rPr>
              <a:t>5. Visualization</a:t>
            </a:r>
            <a:endParaRPr b="0" i="0" sz="1200" u="none" cap="none" strike="noStrike">
              <a:solidFill>
                <a:srgbClr val="191919"/>
              </a:solidFill>
              <a:latin typeface="Arial"/>
              <a:ea typeface="Arial"/>
              <a:cs typeface="Arial"/>
              <a:sym typeface="Arial"/>
            </a:endParaRPr>
          </a:p>
        </p:txBody>
      </p:sp>
      <p:sp>
        <p:nvSpPr>
          <p:cNvPr id="363" name="Google Shape;363;p26"/>
          <p:cNvSpPr/>
          <p:nvPr/>
        </p:nvSpPr>
        <p:spPr>
          <a:xfrm>
            <a:off x="2743200" y="2426494"/>
            <a:ext cx="704850" cy="704850"/>
          </a:xfrm>
          <a:prstGeom prst="ellipse">
            <a:avLst/>
          </a:prstGeom>
          <a:solidFill>
            <a:srgbClr val="A3A3A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4" name="Google Shape;364;p26"/>
          <p:cNvSpPr/>
          <p:nvPr/>
        </p:nvSpPr>
        <p:spPr>
          <a:xfrm>
            <a:off x="1190625" y="3866233"/>
            <a:ext cx="2745581" cy="555748"/>
          </a:xfrm>
          <a:prstGeom prst="roundRect">
            <a:avLst>
              <a:gd fmla="val 50000" name="adj"/>
            </a:avLst>
          </a:prstGeom>
          <a:solidFill>
            <a:schemeClr val="accent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200"/>
              <a:buFont typeface="Arial"/>
              <a:buNone/>
            </a:pPr>
            <a:r>
              <a:rPr lang="en" sz="1200">
                <a:solidFill>
                  <a:srgbClr val="191919"/>
                </a:solidFill>
              </a:rPr>
              <a:t>4. Data</a:t>
            </a:r>
            <a:r>
              <a:rPr b="0" i="0" lang="en" sz="1200" u="none" cap="none" strike="noStrike">
                <a:solidFill>
                  <a:srgbClr val="191919"/>
                </a:solidFill>
                <a:latin typeface="Arial"/>
                <a:ea typeface="Arial"/>
                <a:cs typeface="Arial"/>
                <a:sym typeface="Arial"/>
              </a:rPr>
              <a:t> preparation</a:t>
            </a:r>
            <a:endParaRPr b="0" i="0" sz="1200" u="none" cap="none" strike="noStrike">
              <a:solidFill>
                <a:srgbClr val="191919"/>
              </a:solidFill>
              <a:latin typeface="Arial"/>
              <a:ea typeface="Arial"/>
              <a:cs typeface="Arial"/>
              <a:sym typeface="Arial"/>
            </a:endParaRPr>
          </a:p>
        </p:txBody>
      </p:sp>
      <p:sp>
        <p:nvSpPr>
          <p:cNvPr id="365" name="Google Shape;365;p26"/>
          <p:cNvSpPr/>
          <p:nvPr/>
        </p:nvSpPr>
        <p:spPr>
          <a:xfrm>
            <a:off x="3314700" y="3791682"/>
            <a:ext cx="704850" cy="704850"/>
          </a:xfrm>
          <a:prstGeom prst="ellipse">
            <a:avLst/>
          </a:prstGeom>
          <a:solidFill>
            <a:srgbClr val="4D76FF"/>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descr="Icons of bar chart and line graph." id="366" name="Google Shape;366;p26"/>
          <p:cNvGrpSpPr/>
          <p:nvPr/>
        </p:nvGrpSpPr>
        <p:grpSpPr>
          <a:xfrm>
            <a:off x="3536746" y="1357902"/>
            <a:ext cx="260759" cy="260759"/>
            <a:chOff x="4319588" y="2492375"/>
            <a:chExt cx="287338" cy="287338"/>
          </a:xfrm>
        </p:grpSpPr>
        <p:sp>
          <p:nvSpPr>
            <p:cNvPr id="367" name="Google Shape;367;p26"/>
            <p:cNvSpPr/>
            <p:nvPr/>
          </p:nvSpPr>
          <p:spPr>
            <a:xfrm>
              <a:off x="4319588" y="2587625"/>
              <a:ext cx="287338" cy="192088"/>
            </a:xfrm>
            <a:custGeom>
              <a:rect b="b" l="l" r="r" t="t"/>
              <a:pathLst>
                <a:path extrusionOk="0" h="602" w="904">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8" name="Google Shape;368;p26"/>
            <p:cNvSpPr/>
            <p:nvPr/>
          </p:nvSpPr>
          <p:spPr>
            <a:xfrm>
              <a:off x="4338638" y="2492375"/>
              <a:ext cx="252413" cy="157163"/>
            </a:xfrm>
            <a:custGeom>
              <a:rect b="b" l="l" r="r" t="t"/>
              <a:pathLst>
                <a:path extrusionOk="0" h="497" w="7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descr="Icon of check box. " id="369" name="Google Shape;369;p26"/>
          <p:cNvSpPr/>
          <p:nvPr/>
        </p:nvSpPr>
        <p:spPr>
          <a:xfrm>
            <a:off x="5347216" y="1358622"/>
            <a:ext cx="259318" cy="259318"/>
          </a:xfrm>
          <a:custGeom>
            <a:rect b="b" l="l" r="r" t="t"/>
            <a:pathLst>
              <a:path extrusionOk="0" h="719" w="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descr="Icon of graph. " id="370" name="Google Shape;370;p26"/>
          <p:cNvSpPr/>
          <p:nvPr/>
        </p:nvSpPr>
        <p:spPr>
          <a:xfrm>
            <a:off x="5908471" y="2648540"/>
            <a:ext cx="260759" cy="260759"/>
          </a:xfrm>
          <a:custGeom>
            <a:rect b="b" l="l" r="r" t="t"/>
            <a:pathLst>
              <a:path extrusionOk="0" h="903" w="904">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nvGrpSpPr>
          <p:cNvPr descr="Icon of human being and gear. " id="371" name="Google Shape;371;p26"/>
          <p:cNvGrpSpPr/>
          <p:nvPr/>
        </p:nvGrpSpPr>
        <p:grpSpPr>
          <a:xfrm>
            <a:off x="6169813" y="3445764"/>
            <a:ext cx="253555" cy="254997"/>
            <a:chOff x="6450013" y="5349875"/>
            <a:chExt cx="279399" cy="280988"/>
          </a:xfrm>
        </p:grpSpPr>
        <p:sp>
          <p:nvSpPr>
            <p:cNvPr id="372" name="Google Shape;372;p26"/>
            <p:cNvSpPr/>
            <p:nvPr/>
          </p:nvSpPr>
          <p:spPr>
            <a:xfrm>
              <a:off x="6450013" y="5349875"/>
              <a:ext cx="182562" cy="238125"/>
            </a:xfrm>
            <a:custGeom>
              <a:rect b="b" l="l" r="r" t="t"/>
              <a:pathLst>
                <a:path extrusionOk="0" h="602" w="459">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3" name="Google Shape;373;p26"/>
            <p:cNvSpPr/>
            <p:nvPr/>
          </p:nvSpPr>
          <p:spPr>
            <a:xfrm>
              <a:off x="6597650" y="5497513"/>
              <a:ext cx="131762" cy="133350"/>
            </a:xfrm>
            <a:custGeom>
              <a:rect b="b" l="l" r="r" t="t"/>
              <a:pathLst>
                <a:path extrusionOk="0" h="336" w="332">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descr="Icon of box and whisker chart. " id="374" name="Google Shape;374;p26"/>
          <p:cNvSpPr/>
          <p:nvPr/>
        </p:nvSpPr>
        <p:spPr>
          <a:xfrm>
            <a:off x="2974772" y="2668446"/>
            <a:ext cx="259319" cy="259319"/>
          </a:xfrm>
          <a:custGeom>
            <a:rect b="b" l="l" r="r" t="t"/>
            <a:pathLst>
              <a:path extrusionOk="0" h="898" w="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dk2"/>
          </a:solid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5" name="Google Shape;375;p26"/>
          <p:cNvSpPr txBox="1"/>
          <p:nvPr/>
        </p:nvSpPr>
        <p:spPr>
          <a:xfrm>
            <a:off x="3176484" y="240231"/>
            <a:ext cx="4574100" cy="2847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lt1"/>
                </a:solidFill>
                <a:latin typeface="Arial"/>
                <a:ea typeface="Arial"/>
                <a:cs typeface="Arial"/>
                <a:sym typeface="Arial"/>
              </a:rPr>
              <a:t>NBA Statistics Dataset Analysis</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lang="en"/>
              <a:t>Introduction</a:t>
            </a:r>
            <a:endParaRPr/>
          </a:p>
        </p:txBody>
      </p:sp>
      <p:sp>
        <p:nvSpPr>
          <p:cNvPr id="381" name="Google Shape;381;p27"/>
          <p:cNvSpPr txBox="1"/>
          <p:nvPr>
            <p:ph idx="1" type="subTitle"/>
          </p:nvPr>
        </p:nvSpPr>
        <p:spPr>
          <a:xfrm>
            <a:off x="1176675" y="1425625"/>
            <a:ext cx="7539000" cy="27597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200"/>
              <a:buNone/>
            </a:pPr>
            <a:r>
              <a:rPr b="1" lang="en" sz="1800">
                <a:latin typeface="Helvetica Neue"/>
                <a:ea typeface="Helvetica Neue"/>
                <a:cs typeface="Helvetica Neue"/>
                <a:sym typeface="Helvetica Neue"/>
              </a:rPr>
              <a:t>The dataset we're exploring in this presentation is the "NBA Statistics" dataset, offering a detailed look at player performances and game statistics across various </a:t>
            </a:r>
            <a:r>
              <a:rPr b="1" lang="en" sz="1800">
                <a:latin typeface="Helvetica Neue"/>
                <a:ea typeface="Helvetica Neue"/>
                <a:cs typeface="Helvetica Neue"/>
                <a:sym typeface="Helvetica Neue"/>
              </a:rPr>
              <a:t>seasons. </a:t>
            </a:r>
            <a:r>
              <a:rPr b="1" lang="en" sz="1800">
                <a:latin typeface="Helvetica Neue"/>
                <a:ea typeface="Helvetica Neue"/>
                <a:cs typeface="Helvetica Neue"/>
                <a:sym typeface="Helvetica Neue"/>
              </a:rPr>
              <a:t>Providing a rich source of information for analyzing player trends, team strategies, and overall league performance. We'll leverage this dataset for our data analysis and visualization to gain insights into player dynamics, team efficiencies, and game trends within the NBA.</a:t>
            </a:r>
            <a:endParaRPr b="1" sz="1800">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8"/>
          <p:cNvSpPr txBox="1"/>
          <p:nvPr>
            <p:ph type="title"/>
          </p:nvPr>
        </p:nvSpPr>
        <p:spPr>
          <a:xfrm>
            <a:off x="2085025" y="1564950"/>
            <a:ext cx="4822200" cy="1511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100"/>
              <a:t>Dataset Exploration</a:t>
            </a:r>
            <a:endParaRPr sz="4100"/>
          </a:p>
        </p:txBody>
      </p:sp>
      <p:sp>
        <p:nvSpPr>
          <p:cNvPr id="387" name="Google Shape;387;p28"/>
          <p:cNvSpPr txBox="1"/>
          <p:nvPr>
            <p:ph idx="2" type="title"/>
          </p:nvPr>
        </p:nvSpPr>
        <p:spPr>
          <a:xfrm>
            <a:off x="1050075" y="1564950"/>
            <a:ext cx="969000" cy="1511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latin typeface="Nunito"/>
                <a:ea typeface="Nunito"/>
                <a:cs typeface="Nunito"/>
                <a:sym typeface="Nunito"/>
              </a:rPr>
              <a:t>01</a:t>
            </a:r>
            <a:endParaRPr>
              <a:latin typeface="Nunito"/>
              <a:ea typeface="Nunito"/>
              <a:cs typeface="Nunito"/>
              <a:sym typeface="Nunito"/>
            </a:endParaRPr>
          </a:p>
        </p:txBody>
      </p:sp>
      <p:grpSp>
        <p:nvGrpSpPr>
          <p:cNvPr id="388" name="Google Shape;388;p28"/>
          <p:cNvGrpSpPr/>
          <p:nvPr/>
        </p:nvGrpSpPr>
        <p:grpSpPr>
          <a:xfrm flipH="1">
            <a:off x="6775879" y="3868746"/>
            <a:ext cx="3599787" cy="1044103"/>
            <a:chOff x="-1431671" y="656496"/>
            <a:chExt cx="3599787" cy="1044103"/>
          </a:xfrm>
        </p:grpSpPr>
        <p:grpSp>
          <p:nvGrpSpPr>
            <p:cNvPr id="389" name="Google Shape;389;p28"/>
            <p:cNvGrpSpPr/>
            <p:nvPr/>
          </p:nvGrpSpPr>
          <p:grpSpPr>
            <a:xfrm>
              <a:off x="-368508" y="1432892"/>
              <a:ext cx="1567047" cy="45661"/>
              <a:chOff x="1754675" y="2661275"/>
              <a:chExt cx="1945675" cy="56700"/>
            </a:xfrm>
          </p:grpSpPr>
          <p:cxnSp>
            <p:nvCxnSpPr>
              <p:cNvPr id="390" name="Google Shape;390;p28"/>
              <p:cNvCxnSpPr/>
              <p:nvPr/>
            </p:nvCxnSpPr>
            <p:spPr>
              <a:xfrm>
                <a:off x="1754675" y="2689625"/>
                <a:ext cx="1896000" cy="0"/>
              </a:xfrm>
              <a:prstGeom prst="straightConnector1">
                <a:avLst/>
              </a:prstGeom>
              <a:noFill/>
              <a:ln cap="flat" cmpd="sng" w="9525">
                <a:solidFill>
                  <a:schemeClr val="dk1"/>
                </a:solidFill>
                <a:prstDash val="solid"/>
                <a:round/>
                <a:headEnd len="sm" w="sm" type="none"/>
                <a:tailEnd len="sm" w="sm" type="none"/>
              </a:ln>
            </p:spPr>
          </p:cxnSp>
          <p:sp>
            <p:nvSpPr>
              <p:cNvPr id="391" name="Google Shape;391;p28"/>
              <p:cNvSpPr/>
              <p:nvPr/>
            </p:nvSpPr>
            <p:spPr>
              <a:xfrm>
                <a:off x="3643650" y="266127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2" name="Google Shape;392;p28"/>
            <p:cNvGrpSpPr/>
            <p:nvPr/>
          </p:nvGrpSpPr>
          <p:grpSpPr>
            <a:xfrm>
              <a:off x="-766480" y="1564412"/>
              <a:ext cx="1561280" cy="136187"/>
              <a:chOff x="1754675" y="2824000"/>
              <a:chExt cx="4728285" cy="412439"/>
            </a:xfrm>
          </p:grpSpPr>
          <p:sp>
            <p:nvSpPr>
              <p:cNvPr id="393" name="Google Shape;393;p28"/>
              <p:cNvSpPr/>
              <p:nvPr/>
            </p:nvSpPr>
            <p:spPr>
              <a:xfrm>
                <a:off x="1754675" y="2824000"/>
                <a:ext cx="4593868" cy="355100"/>
              </a:xfrm>
              <a:custGeom>
                <a:rect b="b" l="l" r="r" t="t"/>
                <a:pathLst>
                  <a:path extrusionOk="0" h="5994" w="77550">
                    <a:moveTo>
                      <a:pt x="0" y="0"/>
                    </a:moveTo>
                    <a:lnTo>
                      <a:pt x="59202" y="0"/>
                    </a:lnTo>
                    <a:lnTo>
                      <a:pt x="65196" y="5994"/>
                    </a:lnTo>
                    <a:lnTo>
                      <a:pt x="77550" y="5994"/>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28"/>
              <p:cNvSpPr/>
              <p:nvPr/>
            </p:nvSpPr>
            <p:spPr>
              <a:xfrm>
                <a:off x="6348560" y="3102039"/>
                <a:ext cx="134400" cy="13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5" name="Google Shape;395;p28"/>
            <p:cNvGrpSpPr/>
            <p:nvPr/>
          </p:nvGrpSpPr>
          <p:grpSpPr>
            <a:xfrm>
              <a:off x="-1431671" y="1201087"/>
              <a:ext cx="3070084" cy="102363"/>
              <a:chOff x="1779150" y="2604263"/>
              <a:chExt cx="3811875" cy="127112"/>
            </a:xfrm>
          </p:grpSpPr>
          <p:sp>
            <p:nvSpPr>
              <p:cNvPr id="396" name="Google Shape;396;p28"/>
              <p:cNvSpPr/>
              <p:nvPr/>
            </p:nvSpPr>
            <p:spPr>
              <a:xfrm>
                <a:off x="1779150" y="2630450"/>
                <a:ext cx="3755175" cy="100925"/>
              </a:xfrm>
              <a:custGeom>
                <a:rect b="b" l="l" r="r" t="t"/>
                <a:pathLst>
                  <a:path extrusionOk="0" h="4037" w="150207">
                    <a:moveTo>
                      <a:pt x="0" y="4037"/>
                    </a:moveTo>
                    <a:lnTo>
                      <a:pt x="83176" y="4037"/>
                    </a:lnTo>
                    <a:lnTo>
                      <a:pt x="87213" y="0"/>
                    </a:lnTo>
                    <a:lnTo>
                      <a:pt x="150207"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7" name="Google Shape;397;p28"/>
              <p:cNvSpPr/>
              <p:nvPr/>
            </p:nvSpPr>
            <p:spPr>
              <a:xfrm>
                <a:off x="5534325" y="260426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8" name="Google Shape;398;p28"/>
            <p:cNvGrpSpPr/>
            <p:nvPr/>
          </p:nvGrpSpPr>
          <p:grpSpPr>
            <a:xfrm>
              <a:off x="-856941" y="773805"/>
              <a:ext cx="2877996" cy="223763"/>
              <a:chOff x="1748550" y="2064750"/>
              <a:chExt cx="3573375" cy="277863"/>
            </a:xfrm>
          </p:grpSpPr>
          <p:sp>
            <p:nvSpPr>
              <p:cNvPr id="399" name="Google Shape;399;p28"/>
              <p:cNvSpPr/>
              <p:nvPr/>
            </p:nvSpPr>
            <p:spPr>
              <a:xfrm>
                <a:off x="1748550" y="2064750"/>
                <a:ext cx="3516675" cy="253825"/>
              </a:xfrm>
              <a:custGeom>
                <a:rect b="b" l="l" r="r" t="t"/>
                <a:pathLst>
                  <a:path extrusionOk="0" h="10153" w="140667">
                    <a:moveTo>
                      <a:pt x="0" y="0"/>
                    </a:moveTo>
                    <a:lnTo>
                      <a:pt x="67520" y="0"/>
                    </a:lnTo>
                    <a:lnTo>
                      <a:pt x="77673" y="10153"/>
                    </a:lnTo>
                    <a:lnTo>
                      <a:pt x="140667" y="10153"/>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0" name="Google Shape;400;p28"/>
              <p:cNvSpPr/>
              <p:nvPr/>
            </p:nvSpPr>
            <p:spPr>
              <a:xfrm>
                <a:off x="5265225" y="228591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1" name="Google Shape;401;p28"/>
            <p:cNvGrpSpPr/>
            <p:nvPr/>
          </p:nvGrpSpPr>
          <p:grpSpPr>
            <a:xfrm>
              <a:off x="-856882" y="656496"/>
              <a:ext cx="2430997" cy="185534"/>
              <a:chOff x="1748547" y="1392116"/>
              <a:chExt cx="5911958" cy="451312"/>
            </a:xfrm>
          </p:grpSpPr>
          <p:sp>
            <p:nvSpPr>
              <p:cNvPr id="402" name="Google Shape;402;p28"/>
              <p:cNvSpPr/>
              <p:nvPr/>
            </p:nvSpPr>
            <p:spPr>
              <a:xfrm>
                <a:off x="1748547" y="1392116"/>
                <a:ext cx="5793758" cy="395567"/>
              </a:xfrm>
              <a:custGeom>
                <a:rect b="b" l="l" r="r" t="t"/>
                <a:pathLst>
                  <a:path extrusionOk="0" h="7583" w="111066">
                    <a:moveTo>
                      <a:pt x="0" y="0"/>
                    </a:moveTo>
                    <a:lnTo>
                      <a:pt x="79263" y="0"/>
                    </a:lnTo>
                    <a:lnTo>
                      <a:pt x="86847" y="7583"/>
                    </a:lnTo>
                    <a:lnTo>
                      <a:pt x="111066" y="7583"/>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28"/>
              <p:cNvSpPr/>
              <p:nvPr/>
            </p:nvSpPr>
            <p:spPr>
              <a:xfrm>
                <a:off x="7542305" y="1725228"/>
                <a:ext cx="118200" cy="11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04" name="Google Shape;404;p28"/>
            <p:cNvGrpSpPr/>
            <p:nvPr/>
          </p:nvGrpSpPr>
          <p:grpSpPr>
            <a:xfrm>
              <a:off x="-842187" y="1064790"/>
              <a:ext cx="3010303" cy="45661"/>
              <a:chOff x="1766900" y="2869225"/>
              <a:chExt cx="3737650" cy="56700"/>
            </a:xfrm>
          </p:grpSpPr>
          <p:cxnSp>
            <p:nvCxnSpPr>
              <p:cNvPr id="405" name="Google Shape;405;p28"/>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406" name="Google Shape;406;p28"/>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1" i="0" lang="en">
                <a:solidFill>
                  <a:srgbClr val="000000"/>
                </a:solidFill>
                <a:latin typeface="Helvetica Neue"/>
                <a:ea typeface="Helvetica Neue"/>
                <a:cs typeface="Helvetica Neue"/>
                <a:sym typeface="Helvetica Neue"/>
              </a:rPr>
              <a:t>1. Load the dataset into  </a:t>
            </a:r>
            <a:r>
              <a:rPr b="1" lang="en">
                <a:solidFill>
                  <a:srgbClr val="000000"/>
                </a:solidFill>
                <a:latin typeface="Helvetica Neue"/>
                <a:ea typeface="Helvetica Neue"/>
                <a:cs typeface="Helvetica Neue"/>
                <a:sym typeface="Helvetica Neue"/>
              </a:rPr>
              <a:t>a Pandas</a:t>
            </a:r>
            <a:r>
              <a:rPr b="1" i="0" lang="en">
                <a:solidFill>
                  <a:srgbClr val="000000"/>
                </a:solidFill>
                <a:latin typeface="Helvetica Neue"/>
                <a:ea typeface="Helvetica Neue"/>
                <a:cs typeface="Helvetica Neue"/>
                <a:sym typeface="Helvetica Neue"/>
              </a:rPr>
              <a:t> dataframe and display the first 10 rows.</a:t>
            </a:r>
            <a:br>
              <a:rPr b="1" i="0" lang="en">
                <a:solidFill>
                  <a:srgbClr val="000000"/>
                </a:solidFill>
                <a:latin typeface="Helvetica Neue"/>
                <a:ea typeface="Helvetica Neue"/>
                <a:cs typeface="Helvetica Neue"/>
                <a:sym typeface="Helvetica Neue"/>
              </a:rPr>
            </a:br>
            <a:endParaRPr/>
          </a:p>
        </p:txBody>
      </p:sp>
      <p:sp>
        <p:nvSpPr>
          <p:cNvPr id="412" name="Google Shape;412;p29"/>
          <p:cNvSpPr txBox="1"/>
          <p:nvPr>
            <p:ph idx="2" type="subTitle"/>
          </p:nvPr>
        </p:nvSpPr>
        <p:spPr>
          <a:xfrm>
            <a:off x="967100" y="1880985"/>
            <a:ext cx="6325240" cy="2103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200"/>
              <a:buNone/>
            </a:pPr>
            <a:r>
              <a:t/>
            </a:r>
            <a:endParaRPr sz="2000">
              <a:solidFill>
                <a:srgbClr val="1E1313"/>
              </a:solidFill>
            </a:endParaRPr>
          </a:p>
          <a:p>
            <a:pPr indent="-342900" lvl="0" marL="342900" rtl="0" algn="l">
              <a:lnSpc>
                <a:spcPct val="100000"/>
              </a:lnSpc>
              <a:spcBef>
                <a:spcPts val="0"/>
              </a:spcBef>
              <a:spcAft>
                <a:spcPts val="0"/>
              </a:spcAft>
              <a:buSzPts val="1200"/>
              <a:buFont typeface="Noto Sans Symbols"/>
              <a:buChar char="❖"/>
            </a:pPr>
            <a:r>
              <a:rPr lang="en" sz="2000">
                <a:solidFill>
                  <a:srgbClr val="1E1313"/>
                </a:solidFill>
              </a:rPr>
              <a:t>We used pandas read_excel() function to load the dataset. </a:t>
            </a:r>
            <a:endParaRPr/>
          </a:p>
          <a:p>
            <a:pPr indent="0" lvl="0" marL="0" rtl="0" algn="l">
              <a:lnSpc>
                <a:spcPct val="100000"/>
              </a:lnSpc>
              <a:spcBef>
                <a:spcPts val="0"/>
              </a:spcBef>
              <a:spcAft>
                <a:spcPts val="0"/>
              </a:spcAft>
              <a:buSzPts val="1200"/>
              <a:buNone/>
            </a:pPr>
            <a:r>
              <a:t/>
            </a:r>
            <a:endParaRPr sz="2000">
              <a:solidFill>
                <a:srgbClr val="1E1313"/>
              </a:solidFill>
            </a:endParaRPr>
          </a:p>
          <a:p>
            <a:pPr indent="-342900" lvl="0" marL="342900" rtl="0" algn="l">
              <a:lnSpc>
                <a:spcPct val="100000"/>
              </a:lnSpc>
              <a:spcBef>
                <a:spcPts val="0"/>
              </a:spcBef>
              <a:spcAft>
                <a:spcPts val="0"/>
              </a:spcAft>
              <a:buSzPts val="1200"/>
              <a:buFont typeface="Noto Sans Symbols"/>
              <a:buChar char="❖"/>
            </a:pPr>
            <a:r>
              <a:rPr lang="en" sz="2000">
                <a:solidFill>
                  <a:srgbClr val="1E1313"/>
                </a:solidFill>
              </a:rPr>
              <a:t>With the use of head() function we displayed the first ten rows.</a:t>
            </a:r>
            <a:endParaRPr sz="2000">
              <a:solidFill>
                <a:srgbClr val="1E131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0"/>
          <p:cNvSpPr txBox="1"/>
          <p:nvPr>
            <p:ph type="title"/>
          </p:nvPr>
        </p:nvSpPr>
        <p:spPr>
          <a:xfrm>
            <a:off x="720000" y="445025"/>
            <a:ext cx="7704000" cy="10041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1" i="0" lang="en">
                <a:solidFill>
                  <a:srgbClr val="191919"/>
                </a:solidFill>
                <a:latin typeface="Helvetica Neue"/>
                <a:ea typeface="Helvetica Neue"/>
                <a:cs typeface="Helvetica Neue"/>
                <a:sym typeface="Helvetica Neue"/>
              </a:rPr>
              <a:t>2. Display the shape of the dataset (i.e. number of rows and columns).</a:t>
            </a:r>
            <a:br>
              <a:rPr b="1" i="0" lang="en">
                <a:solidFill>
                  <a:srgbClr val="191919"/>
                </a:solidFill>
                <a:latin typeface="Helvetica Neue"/>
                <a:ea typeface="Helvetica Neue"/>
                <a:cs typeface="Helvetica Neue"/>
                <a:sym typeface="Helvetica Neue"/>
              </a:rPr>
            </a:br>
            <a:endParaRPr b="1">
              <a:solidFill>
                <a:srgbClr val="191919"/>
              </a:solidFill>
              <a:latin typeface="Helvetica Neue"/>
              <a:ea typeface="Helvetica Neue"/>
              <a:cs typeface="Helvetica Neue"/>
              <a:sym typeface="Helvetica Neue"/>
            </a:endParaRPr>
          </a:p>
        </p:txBody>
      </p:sp>
      <p:sp>
        <p:nvSpPr>
          <p:cNvPr id="418" name="Google Shape;418;p30"/>
          <p:cNvSpPr txBox="1"/>
          <p:nvPr>
            <p:ph idx="2" type="subTitle"/>
          </p:nvPr>
        </p:nvSpPr>
        <p:spPr>
          <a:xfrm>
            <a:off x="967100" y="1880985"/>
            <a:ext cx="6325240" cy="2103600"/>
          </a:xfrm>
          <a:prstGeom prst="rect">
            <a:avLst/>
          </a:prstGeom>
          <a:noFill/>
          <a:ln>
            <a:noFill/>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SzPts val="1200"/>
              <a:buFont typeface="Noto Sans Symbols"/>
              <a:buChar char="❖"/>
            </a:pPr>
            <a:r>
              <a:rPr lang="en" sz="2000">
                <a:solidFill>
                  <a:srgbClr val="1E1313"/>
                </a:solidFill>
              </a:rPr>
              <a:t>We used shape() function to display the total rows and columns of the data set.</a:t>
            </a:r>
            <a:endParaRPr/>
          </a:p>
          <a:p>
            <a:pPr indent="0" lvl="0" marL="0" rtl="0" algn="l">
              <a:lnSpc>
                <a:spcPct val="100000"/>
              </a:lnSpc>
              <a:spcBef>
                <a:spcPts val="0"/>
              </a:spcBef>
              <a:spcAft>
                <a:spcPts val="0"/>
              </a:spcAft>
              <a:buSzPts val="1200"/>
              <a:buNone/>
            </a:pPr>
            <a:r>
              <a:t/>
            </a:r>
            <a:endParaRPr sz="2000">
              <a:solidFill>
                <a:srgbClr val="1E1313"/>
              </a:solidFill>
            </a:endParaRPr>
          </a:p>
          <a:p>
            <a:pPr indent="-342900" lvl="0" marL="342900" rtl="0" algn="l">
              <a:lnSpc>
                <a:spcPct val="100000"/>
              </a:lnSpc>
              <a:spcBef>
                <a:spcPts val="0"/>
              </a:spcBef>
              <a:spcAft>
                <a:spcPts val="0"/>
              </a:spcAft>
              <a:buSzPts val="1200"/>
              <a:buFont typeface="Noto Sans Symbols"/>
              <a:buChar char="❖"/>
            </a:pPr>
            <a:r>
              <a:rPr lang="en" sz="2000">
                <a:solidFill>
                  <a:srgbClr val="1E1313"/>
                </a:solidFill>
              </a:rPr>
              <a:t>The dataset has 5459 rows and 26 columns.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1" i="0" lang="en">
                <a:solidFill>
                  <a:srgbClr val="000000"/>
                </a:solidFill>
                <a:latin typeface="Helvetica Neue"/>
                <a:ea typeface="Helvetica Neue"/>
                <a:cs typeface="Helvetica Neue"/>
                <a:sym typeface="Helvetica Neue"/>
              </a:rPr>
              <a:t>3. Identify the data types of each column and check for any missing values (number of missing values in each column).</a:t>
            </a: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endParaRPr/>
          </a:p>
        </p:txBody>
      </p:sp>
      <p:sp>
        <p:nvSpPr>
          <p:cNvPr id="424" name="Google Shape;424;p31"/>
          <p:cNvSpPr txBox="1"/>
          <p:nvPr>
            <p:ph idx="2" type="subTitle"/>
          </p:nvPr>
        </p:nvSpPr>
        <p:spPr>
          <a:xfrm>
            <a:off x="967100" y="1880975"/>
            <a:ext cx="6325200" cy="2891400"/>
          </a:xfrm>
          <a:prstGeom prst="rect">
            <a:avLst/>
          </a:prstGeom>
          <a:noFill/>
          <a:ln>
            <a:noFill/>
          </a:ln>
        </p:spPr>
        <p:txBody>
          <a:bodyPr anchorCtr="0" anchor="t" bIns="91425" lIns="91425" spcFirstLastPara="1" rIns="91425" wrap="square" tIns="91425">
            <a:noAutofit/>
          </a:bodyPr>
          <a:lstStyle/>
          <a:p>
            <a:pPr indent="-342900" lvl="0" marL="342900" rtl="0" algn="l">
              <a:lnSpc>
                <a:spcPct val="100000"/>
              </a:lnSpc>
              <a:spcBef>
                <a:spcPts val="0"/>
              </a:spcBef>
              <a:spcAft>
                <a:spcPts val="0"/>
              </a:spcAft>
              <a:buSzPts val="1200"/>
              <a:buFont typeface="Noto Sans Symbols"/>
              <a:buChar char="❖"/>
            </a:pPr>
            <a:r>
              <a:rPr lang="en" sz="2000">
                <a:solidFill>
                  <a:srgbClr val="1E1313"/>
                </a:solidFill>
              </a:rPr>
              <a:t>We used the dtypes() function to identify the data types of each column. </a:t>
            </a:r>
            <a:endParaRPr/>
          </a:p>
          <a:p>
            <a:pPr indent="-266700" lvl="0" marL="342900" rtl="0" algn="l">
              <a:lnSpc>
                <a:spcPct val="100000"/>
              </a:lnSpc>
              <a:spcBef>
                <a:spcPts val="0"/>
              </a:spcBef>
              <a:spcAft>
                <a:spcPts val="0"/>
              </a:spcAft>
              <a:buSzPts val="1200"/>
              <a:buFont typeface="Noto Sans Symbols"/>
              <a:buNone/>
            </a:pPr>
            <a:r>
              <a:t/>
            </a:r>
            <a:endParaRPr sz="2000">
              <a:solidFill>
                <a:srgbClr val="1E1313"/>
              </a:solidFill>
            </a:endParaRPr>
          </a:p>
          <a:p>
            <a:pPr indent="-342900" lvl="0" marL="342900" rtl="0" algn="l">
              <a:lnSpc>
                <a:spcPct val="100000"/>
              </a:lnSpc>
              <a:spcBef>
                <a:spcPts val="0"/>
              </a:spcBef>
              <a:spcAft>
                <a:spcPts val="0"/>
              </a:spcAft>
              <a:buSzPts val="1200"/>
              <a:buFont typeface="Noto Sans Symbols"/>
              <a:buChar char="❖"/>
            </a:pPr>
            <a:r>
              <a:rPr lang="en" sz="2000">
                <a:solidFill>
                  <a:srgbClr val="1E1313"/>
                </a:solidFill>
              </a:rPr>
              <a:t>To check for missing values in each column, we used the isnull() function, and to display the sum of missing values, we used the sum() function.</a:t>
            </a:r>
            <a:endParaRPr/>
          </a:p>
          <a:p>
            <a:pPr indent="-266700" lvl="0" marL="342900" rtl="0" algn="l">
              <a:lnSpc>
                <a:spcPct val="100000"/>
              </a:lnSpc>
              <a:spcBef>
                <a:spcPts val="0"/>
              </a:spcBef>
              <a:spcAft>
                <a:spcPts val="0"/>
              </a:spcAft>
              <a:buSzPts val="1200"/>
              <a:buFont typeface="Noto Sans Symbols"/>
              <a:buNone/>
            </a:pPr>
            <a:r>
              <a:t/>
            </a:r>
            <a:endParaRPr sz="2000">
              <a:solidFill>
                <a:srgbClr val="1E1313"/>
              </a:solidFill>
            </a:endParaRPr>
          </a:p>
          <a:p>
            <a:pPr indent="-342900" lvl="0" marL="342900" rtl="0" algn="l">
              <a:lnSpc>
                <a:spcPct val="100000"/>
              </a:lnSpc>
              <a:spcBef>
                <a:spcPts val="0"/>
              </a:spcBef>
              <a:spcAft>
                <a:spcPts val="0"/>
              </a:spcAft>
              <a:buSzPts val="1200"/>
              <a:buFont typeface="Noto Sans Symbols"/>
              <a:buChar char="❖"/>
            </a:pPr>
            <a:r>
              <a:rPr lang="en" sz="2000">
                <a:solidFill>
                  <a:srgbClr val="1E1313"/>
                </a:solidFill>
              </a:rPr>
              <a:t>We found 1054 missing values in 3 columns out of 26 columns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2"/>
          <p:cNvSpPr txBox="1"/>
          <p:nvPr>
            <p:ph type="title"/>
          </p:nvPr>
        </p:nvSpPr>
        <p:spPr>
          <a:xfrm>
            <a:off x="720000" y="445025"/>
            <a:ext cx="7704000" cy="698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1" lang="en" sz="2000">
                <a:solidFill>
                  <a:srgbClr val="000000"/>
                </a:solidFill>
                <a:latin typeface="Helvetica Neue"/>
                <a:ea typeface="Helvetica Neue"/>
                <a:cs typeface="Helvetica Neue"/>
                <a:sym typeface="Helvetica Neue"/>
              </a:rPr>
              <a:t>4. For</a:t>
            </a:r>
            <a:r>
              <a:rPr b="1" lang="en" sz="2000">
                <a:solidFill>
                  <a:srgbClr val="000000"/>
                </a:solidFill>
                <a:latin typeface="Helvetica Neue"/>
                <a:ea typeface="Helvetica Neue"/>
                <a:cs typeface="Helvetica Neue"/>
                <a:sym typeface="Helvetica Neue"/>
              </a:rPr>
              <a:t> the entire dataset (in its current form), list how many players played for each team in the NBA</a:t>
            </a:r>
            <a:endParaRPr b="1" sz="2000">
              <a:solidFill>
                <a:srgbClr val="000000"/>
              </a:solidFill>
              <a:latin typeface="Helvetica Neue"/>
              <a:ea typeface="Helvetica Neue"/>
              <a:cs typeface="Helvetica Neue"/>
              <a:sym typeface="Helvetica Neue"/>
            </a:endParaRPr>
          </a:p>
          <a:p>
            <a:pPr indent="0" lvl="0" marL="0" rtl="0" algn="ctr">
              <a:lnSpc>
                <a:spcPct val="100000"/>
              </a:lnSpc>
              <a:spcBef>
                <a:spcPts val="0"/>
              </a:spcBef>
              <a:spcAft>
                <a:spcPts val="0"/>
              </a:spcAft>
              <a:buSzPts val="2600"/>
              <a:buNone/>
            </a:pP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endParaRPr/>
          </a:p>
        </p:txBody>
      </p:sp>
      <p:sp>
        <p:nvSpPr>
          <p:cNvPr id="430" name="Google Shape;430;p32"/>
          <p:cNvSpPr txBox="1"/>
          <p:nvPr/>
        </p:nvSpPr>
        <p:spPr>
          <a:xfrm>
            <a:off x="-1553005" y="3392561"/>
            <a:ext cx="1716000" cy="93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Barlow"/>
              <a:buNone/>
            </a:pPr>
            <a:r>
              <a:t/>
            </a:r>
            <a:endParaRPr b="0" i="0" sz="2000" u="none" cap="none" strike="noStrike">
              <a:solidFill>
                <a:srgbClr val="1E1313"/>
              </a:solidFill>
              <a:latin typeface="Barlow"/>
              <a:ea typeface="Barlow"/>
              <a:cs typeface="Barlow"/>
              <a:sym typeface="Barlow"/>
            </a:endParaRPr>
          </a:p>
        </p:txBody>
      </p:sp>
      <p:sp>
        <p:nvSpPr>
          <p:cNvPr id="431" name="Google Shape;431;p32"/>
          <p:cNvSpPr txBox="1"/>
          <p:nvPr/>
        </p:nvSpPr>
        <p:spPr>
          <a:xfrm>
            <a:off x="2968675" y="1460850"/>
            <a:ext cx="5739900" cy="3170700"/>
          </a:xfrm>
          <a:prstGeom prst="rect">
            <a:avLst/>
          </a:prstGeom>
          <a:noFill/>
          <a:ln>
            <a:noFill/>
          </a:ln>
        </p:spPr>
        <p:txBody>
          <a:bodyPr anchorCtr="0" anchor="t" bIns="91425" lIns="91425" spcFirstLastPara="1" rIns="91425" wrap="square" tIns="91425">
            <a:noAutofit/>
          </a:bodyPr>
          <a:lstStyle/>
          <a:p>
            <a:pPr indent="-457200" lvl="0" marL="457200" marR="0" rtl="0" algn="l">
              <a:lnSpc>
                <a:spcPct val="100000"/>
              </a:lnSpc>
              <a:spcBef>
                <a:spcPts val="0"/>
              </a:spcBef>
              <a:spcAft>
                <a:spcPts val="0"/>
              </a:spcAft>
              <a:buClr>
                <a:schemeClr val="dk1"/>
              </a:buClr>
              <a:buSzPts val="2600"/>
              <a:buFont typeface="Arial"/>
              <a:buChar char="•"/>
            </a:pPr>
            <a:r>
              <a:rPr b="0" i="0" lang="en" sz="1800" u="none" cap="none" strike="noStrike">
                <a:solidFill>
                  <a:srgbClr val="000000"/>
                </a:solidFill>
                <a:latin typeface="Helvetica Neue"/>
                <a:ea typeface="Helvetica Neue"/>
                <a:cs typeface="Helvetica Neue"/>
                <a:sym typeface="Helvetica Neue"/>
              </a:rPr>
              <a:t>We gathered the count of players who have played for each NBA team. </a:t>
            </a:r>
            <a:endParaRPr b="0" i="0" sz="1800" u="none" cap="none" strike="noStrike">
              <a:solidFill>
                <a:srgbClr val="000000"/>
              </a:solidFill>
              <a:latin typeface="Helvetica Neue"/>
              <a:ea typeface="Helvetica Neue"/>
              <a:cs typeface="Helvetica Neue"/>
              <a:sym typeface="Helvetica Neue"/>
            </a:endParaRPr>
          </a:p>
          <a:p>
            <a:pPr indent="-457200" lvl="0" marL="457200" marR="0" rtl="0" algn="l">
              <a:lnSpc>
                <a:spcPct val="100000"/>
              </a:lnSpc>
              <a:spcBef>
                <a:spcPts val="0"/>
              </a:spcBef>
              <a:spcAft>
                <a:spcPts val="0"/>
              </a:spcAft>
              <a:buClr>
                <a:schemeClr val="dk1"/>
              </a:buClr>
              <a:buSzPts val="2600"/>
              <a:buFont typeface="Arial"/>
              <a:buChar char="•"/>
            </a:pPr>
            <a:r>
              <a:rPr b="0" i="0" lang="en" sz="1800" u="none" cap="none" strike="noStrike">
                <a:solidFill>
                  <a:srgbClr val="000000"/>
                </a:solidFill>
                <a:latin typeface="Helvetica Neue"/>
                <a:ea typeface="Helvetica Neue"/>
                <a:cs typeface="Helvetica Neue"/>
                <a:sym typeface="Helvetica Neue"/>
              </a:rPr>
              <a:t>We used the value_counts() function to organize this data</a:t>
            </a:r>
            <a:endParaRPr b="0" i="0" sz="1800" u="none" cap="none" strike="noStrike">
              <a:solidFill>
                <a:srgbClr val="000000"/>
              </a:solidFill>
              <a:latin typeface="Helvetica Neue"/>
              <a:ea typeface="Helvetica Neue"/>
              <a:cs typeface="Helvetica Neue"/>
              <a:sym typeface="Helvetica Neue"/>
            </a:endParaRPr>
          </a:p>
          <a:p>
            <a:pPr indent="-406400" lvl="0" marL="457200" marR="0" rtl="0" algn="l">
              <a:lnSpc>
                <a:spcPct val="100000"/>
              </a:lnSpc>
              <a:spcBef>
                <a:spcPts val="0"/>
              </a:spcBef>
              <a:spcAft>
                <a:spcPts val="0"/>
              </a:spcAft>
              <a:buClr>
                <a:srgbClr val="000000"/>
              </a:buClr>
              <a:buSzPts val="1800"/>
              <a:buFont typeface="Helvetica Neue"/>
              <a:buChar char="•"/>
            </a:pPr>
            <a:r>
              <a:t/>
            </a:r>
            <a:endParaRPr b="0" i="0" sz="1800" u="none" cap="none" strike="noStrike">
              <a:solidFill>
                <a:srgbClr val="000000"/>
              </a:solidFill>
              <a:latin typeface="Helvetica Neue"/>
              <a:ea typeface="Helvetica Neue"/>
              <a:cs typeface="Helvetica Neue"/>
              <a:sym typeface="Helvetica Neue"/>
            </a:endParaRPr>
          </a:p>
          <a:p>
            <a:pPr indent="-406400" lvl="0" marL="457200" marR="0" rtl="0" algn="l">
              <a:lnSpc>
                <a:spcPct val="100000"/>
              </a:lnSpc>
              <a:spcBef>
                <a:spcPts val="0"/>
              </a:spcBef>
              <a:spcAft>
                <a:spcPts val="0"/>
              </a:spcAft>
              <a:buClr>
                <a:srgbClr val="000000"/>
              </a:buClr>
              <a:buSzPts val="1800"/>
              <a:buFont typeface="Helvetica Neue"/>
              <a:buChar char="•"/>
            </a:pPr>
            <a:r>
              <a:rPr b="0" i="0" lang="en" sz="1800" u="none" cap="none" strike="noStrike">
                <a:solidFill>
                  <a:srgbClr val="000000"/>
                </a:solidFill>
                <a:latin typeface="Helvetica Neue"/>
                <a:ea typeface="Helvetica Neue"/>
                <a:cs typeface="Helvetica Neue"/>
                <a:sym typeface="Helvetica Neue"/>
              </a:rPr>
              <a:t>"This analysis unveiled that there are 29 distinct teams represented in the dataset, along with the corresponding number of players for each team. Additionally, it was discerned that 372 players have played for multiple teams."</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457200" lvl="0" marL="457200" marR="0" rtl="0" algn="l">
              <a:lnSpc>
                <a:spcPct val="100000"/>
              </a:lnSpc>
              <a:spcBef>
                <a:spcPts val="0"/>
              </a:spcBef>
              <a:spcAft>
                <a:spcPts val="0"/>
              </a:spcAft>
              <a:buClr>
                <a:schemeClr val="dk1"/>
              </a:buClr>
              <a:buSzPts val="2600"/>
              <a:buFont typeface="Arial"/>
              <a:buChar char="•"/>
            </a:pP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endParaRPr b="0" i="0" sz="2600" u="none" cap="none" strike="noStrike">
              <a:solidFill>
                <a:schemeClr val="dk1"/>
              </a:solidFill>
              <a:latin typeface="Poppins Black"/>
              <a:ea typeface="Poppins Black"/>
              <a:cs typeface="Poppins Black"/>
              <a:sym typeface="Poppins Black"/>
            </a:endParaRPr>
          </a:p>
        </p:txBody>
      </p:sp>
      <p:pic>
        <p:nvPicPr>
          <p:cNvPr id="432" name="Google Shape;432;p32"/>
          <p:cNvPicPr preferRelativeResize="0"/>
          <p:nvPr/>
        </p:nvPicPr>
        <p:blipFill rotWithShape="1">
          <a:blip r:embed="rId3">
            <a:alphaModFix/>
          </a:blip>
          <a:srcRect b="0" l="0" r="0" t="0"/>
          <a:stretch/>
        </p:blipFill>
        <p:spPr>
          <a:xfrm>
            <a:off x="315400" y="1296125"/>
            <a:ext cx="3014950" cy="3694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3"/>
          <p:cNvSpPr txBox="1"/>
          <p:nvPr>
            <p:ph type="title"/>
          </p:nvPr>
        </p:nvSpPr>
        <p:spPr>
          <a:xfrm>
            <a:off x="2085025" y="1573125"/>
            <a:ext cx="5761800" cy="1511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100"/>
              <a:t>Data Cleaning and Preparation</a:t>
            </a:r>
            <a:endParaRPr sz="4100"/>
          </a:p>
        </p:txBody>
      </p:sp>
      <p:sp>
        <p:nvSpPr>
          <p:cNvPr id="438" name="Google Shape;438;p33"/>
          <p:cNvSpPr txBox="1"/>
          <p:nvPr>
            <p:ph idx="2" type="title"/>
          </p:nvPr>
        </p:nvSpPr>
        <p:spPr>
          <a:xfrm>
            <a:off x="1050075" y="1247875"/>
            <a:ext cx="969000" cy="1511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latin typeface="Nunito"/>
                <a:ea typeface="Nunito"/>
                <a:cs typeface="Nunito"/>
                <a:sym typeface="Nunito"/>
              </a:rPr>
              <a:t>02</a:t>
            </a:r>
            <a:endParaRPr>
              <a:latin typeface="Nunito"/>
              <a:ea typeface="Nunito"/>
              <a:cs typeface="Nunito"/>
              <a:sym typeface="Nunito"/>
            </a:endParaRPr>
          </a:p>
        </p:txBody>
      </p:sp>
      <p:grpSp>
        <p:nvGrpSpPr>
          <p:cNvPr id="439" name="Google Shape;439;p33"/>
          <p:cNvGrpSpPr/>
          <p:nvPr/>
        </p:nvGrpSpPr>
        <p:grpSpPr>
          <a:xfrm flipH="1">
            <a:off x="6775879" y="3868746"/>
            <a:ext cx="3599787" cy="1044103"/>
            <a:chOff x="-1431671" y="656496"/>
            <a:chExt cx="3599787" cy="1044103"/>
          </a:xfrm>
        </p:grpSpPr>
        <p:grpSp>
          <p:nvGrpSpPr>
            <p:cNvPr id="440" name="Google Shape;440;p33"/>
            <p:cNvGrpSpPr/>
            <p:nvPr/>
          </p:nvGrpSpPr>
          <p:grpSpPr>
            <a:xfrm>
              <a:off x="-368508" y="1432892"/>
              <a:ext cx="1567047" cy="45661"/>
              <a:chOff x="1754675" y="2661275"/>
              <a:chExt cx="1945675" cy="56700"/>
            </a:xfrm>
          </p:grpSpPr>
          <p:cxnSp>
            <p:nvCxnSpPr>
              <p:cNvPr id="441" name="Google Shape;441;p33"/>
              <p:cNvCxnSpPr/>
              <p:nvPr/>
            </p:nvCxnSpPr>
            <p:spPr>
              <a:xfrm>
                <a:off x="1754675" y="2689625"/>
                <a:ext cx="1896000" cy="0"/>
              </a:xfrm>
              <a:prstGeom prst="straightConnector1">
                <a:avLst/>
              </a:prstGeom>
              <a:noFill/>
              <a:ln cap="flat" cmpd="sng" w="9525">
                <a:solidFill>
                  <a:schemeClr val="dk1"/>
                </a:solidFill>
                <a:prstDash val="solid"/>
                <a:round/>
                <a:headEnd len="sm" w="sm" type="none"/>
                <a:tailEnd len="sm" w="sm" type="none"/>
              </a:ln>
            </p:spPr>
          </p:cxnSp>
          <p:sp>
            <p:nvSpPr>
              <p:cNvPr id="442" name="Google Shape;442;p33"/>
              <p:cNvSpPr/>
              <p:nvPr/>
            </p:nvSpPr>
            <p:spPr>
              <a:xfrm>
                <a:off x="3643650" y="266127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3" name="Google Shape;443;p33"/>
            <p:cNvGrpSpPr/>
            <p:nvPr/>
          </p:nvGrpSpPr>
          <p:grpSpPr>
            <a:xfrm>
              <a:off x="-766480" y="1564412"/>
              <a:ext cx="1561280" cy="136187"/>
              <a:chOff x="1754675" y="2824000"/>
              <a:chExt cx="4728285" cy="412439"/>
            </a:xfrm>
          </p:grpSpPr>
          <p:sp>
            <p:nvSpPr>
              <p:cNvPr id="444" name="Google Shape;444;p33"/>
              <p:cNvSpPr/>
              <p:nvPr/>
            </p:nvSpPr>
            <p:spPr>
              <a:xfrm>
                <a:off x="1754675" y="2824000"/>
                <a:ext cx="4593868" cy="355100"/>
              </a:xfrm>
              <a:custGeom>
                <a:rect b="b" l="l" r="r" t="t"/>
                <a:pathLst>
                  <a:path extrusionOk="0" h="5994" w="77550">
                    <a:moveTo>
                      <a:pt x="0" y="0"/>
                    </a:moveTo>
                    <a:lnTo>
                      <a:pt x="59202" y="0"/>
                    </a:lnTo>
                    <a:lnTo>
                      <a:pt x="65196" y="5994"/>
                    </a:lnTo>
                    <a:lnTo>
                      <a:pt x="77550" y="5994"/>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5" name="Google Shape;445;p33"/>
              <p:cNvSpPr/>
              <p:nvPr/>
            </p:nvSpPr>
            <p:spPr>
              <a:xfrm>
                <a:off x="6348560" y="3102039"/>
                <a:ext cx="134400" cy="13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6" name="Google Shape;446;p33"/>
            <p:cNvGrpSpPr/>
            <p:nvPr/>
          </p:nvGrpSpPr>
          <p:grpSpPr>
            <a:xfrm>
              <a:off x="-1431671" y="1201087"/>
              <a:ext cx="3070084" cy="102363"/>
              <a:chOff x="1779150" y="2604263"/>
              <a:chExt cx="3811875" cy="127112"/>
            </a:xfrm>
          </p:grpSpPr>
          <p:sp>
            <p:nvSpPr>
              <p:cNvPr id="447" name="Google Shape;447;p33"/>
              <p:cNvSpPr/>
              <p:nvPr/>
            </p:nvSpPr>
            <p:spPr>
              <a:xfrm>
                <a:off x="1779150" y="2630450"/>
                <a:ext cx="3755175" cy="100925"/>
              </a:xfrm>
              <a:custGeom>
                <a:rect b="b" l="l" r="r" t="t"/>
                <a:pathLst>
                  <a:path extrusionOk="0" h="4037" w="150207">
                    <a:moveTo>
                      <a:pt x="0" y="4037"/>
                    </a:moveTo>
                    <a:lnTo>
                      <a:pt x="83176" y="4037"/>
                    </a:lnTo>
                    <a:lnTo>
                      <a:pt x="87213" y="0"/>
                    </a:lnTo>
                    <a:lnTo>
                      <a:pt x="150207"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8" name="Google Shape;448;p33"/>
              <p:cNvSpPr/>
              <p:nvPr/>
            </p:nvSpPr>
            <p:spPr>
              <a:xfrm>
                <a:off x="5534325" y="260426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9" name="Google Shape;449;p33"/>
            <p:cNvGrpSpPr/>
            <p:nvPr/>
          </p:nvGrpSpPr>
          <p:grpSpPr>
            <a:xfrm>
              <a:off x="-856941" y="773805"/>
              <a:ext cx="2877996" cy="223763"/>
              <a:chOff x="1748550" y="2064750"/>
              <a:chExt cx="3573375" cy="277863"/>
            </a:xfrm>
          </p:grpSpPr>
          <p:sp>
            <p:nvSpPr>
              <p:cNvPr id="450" name="Google Shape;450;p33"/>
              <p:cNvSpPr/>
              <p:nvPr/>
            </p:nvSpPr>
            <p:spPr>
              <a:xfrm>
                <a:off x="1748550" y="2064750"/>
                <a:ext cx="3516675" cy="253825"/>
              </a:xfrm>
              <a:custGeom>
                <a:rect b="b" l="l" r="r" t="t"/>
                <a:pathLst>
                  <a:path extrusionOk="0" h="10153" w="140667">
                    <a:moveTo>
                      <a:pt x="0" y="0"/>
                    </a:moveTo>
                    <a:lnTo>
                      <a:pt x="67520" y="0"/>
                    </a:lnTo>
                    <a:lnTo>
                      <a:pt x="77673" y="10153"/>
                    </a:lnTo>
                    <a:lnTo>
                      <a:pt x="140667" y="10153"/>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33"/>
              <p:cNvSpPr/>
              <p:nvPr/>
            </p:nvSpPr>
            <p:spPr>
              <a:xfrm>
                <a:off x="5265225" y="228591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2" name="Google Shape;452;p33"/>
            <p:cNvGrpSpPr/>
            <p:nvPr/>
          </p:nvGrpSpPr>
          <p:grpSpPr>
            <a:xfrm>
              <a:off x="-856882" y="656496"/>
              <a:ext cx="2430997" cy="185534"/>
              <a:chOff x="1748547" y="1392116"/>
              <a:chExt cx="5911958" cy="451312"/>
            </a:xfrm>
          </p:grpSpPr>
          <p:sp>
            <p:nvSpPr>
              <p:cNvPr id="453" name="Google Shape;453;p33"/>
              <p:cNvSpPr/>
              <p:nvPr/>
            </p:nvSpPr>
            <p:spPr>
              <a:xfrm>
                <a:off x="1748547" y="1392116"/>
                <a:ext cx="5793758" cy="395567"/>
              </a:xfrm>
              <a:custGeom>
                <a:rect b="b" l="l" r="r" t="t"/>
                <a:pathLst>
                  <a:path extrusionOk="0" h="7583" w="111066">
                    <a:moveTo>
                      <a:pt x="0" y="0"/>
                    </a:moveTo>
                    <a:lnTo>
                      <a:pt x="79263" y="0"/>
                    </a:lnTo>
                    <a:lnTo>
                      <a:pt x="86847" y="7583"/>
                    </a:lnTo>
                    <a:lnTo>
                      <a:pt x="111066" y="7583"/>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33"/>
              <p:cNvSpPr/>
              <p:nvPr/>
            </p:nvSpPr>
            <p:spPr>
              <a:xfrm>
                <a:off x="7542305" y="1725228"/>
                <a:ext cx="118200" cy="11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55" name="Google Shape;455;p33"/>
            <p:cNvGrpSpPr/>
            <p:nvPr/>
          </p:nvGrpSpPr>
          <p:grpSpPr>
            <a:xfrm>
              <a:off x="-842187" y="1064790"/>
              <a:ext cx="3010303" cy="45661"/>
              <a:chOff x="1766900" y="2869225"/>
              <a:chExt cx="3737650" cy="56700"/>
            </a:xfrm>
          </p:grpSpPr>
          <p:cxnSp>
            <p:nvCxnSpPr>
              <p:cNvPr id="456" name="Google Shape;456;p33"/>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457" name="Google Shape;457;p33"/>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lang="en">
                <a:solidFill>
                  <a:srgbClr val="191919"/>
                </a:solidFill>
              </a:rPr>
              <a:t>Data Cleaning and Preparation</a:t>
            </a:r>
            <a:endParaRPr>
              <a:solidFill>
                <a:srgbClr val="191919"/>
              </a:solidFill>
            </a:endParaRPr>
          </a:p>
        </p:txBody>
      </p:sp>
      <p:sp>
        <p:nvSpPr>
          <p:cNvPr id="463" name="Google Shape;463;p34"/>
          <p:cNvSpPr txBox="1"/>
          <p:nvPr>
            <p:ph idx="2" type="subTitle"/>
          </p:nvPr>
        </p:nvSpPr>
        <p:spPr>
          <a:xfrm>
            <a:off x="908250" y="1507825"/>
            <a:ext cx="7327500" cy="2736300"/>
          </a:xfrm>
          <a:prstGeom prst="rect">
            <a:avLst/>
          </a:prstGeom>
          <a:noFill/>
          <a:ln>
            <a:noFill/>
          </a:ln>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SzPts val="1500"/>
              <a:buFont typeface="Helvetica Neue"/>
              <a:buChar char="●"/>
            </a:pPr>
            <a:r>
              <a:rPr lang="en" sz="1500">
                <a:latin typeface="Helvetica Neue"/>
                <a:ea typeface="Helvetica Neue"/>
                <a:cs typeface="Helvetica Neue"/>
                <a:sym typeface="Helvetica Neue"/>
              </a:rPr>
              <a:t>Removing Duplicates: The dataset underwent cleaning with the removal of duplicate entries to ensure data integrity and accuracy.</a:t>
            </a:r>
            <a:endParaRPr sz="1500">
              <a:latin typeface="Helvetica Neue"/>
              <a:ea typeface="Helvetica Neue"/>
              <a:cs typeface="Helvetica Neue"/>
              <a:sym typeface="Helvetica Neue"/>
            </a:endParaRPr>
          </a:p>
          <a:p>
            <a:pPr indent="0" lvl="0" marL="457200" rtl="0" algn="l">
              <a:lnSpc>
                <a:spcPct val="100000"/>
              </a:lnSpc>
              <a:spcBef>
                <a:spcPts val="0"/>
              </a:spcBef>
              <a:spcAft>
                <a:spcPts val="0"/>
              </a:spcAft>
              <a:buSzPts val="1200"/>
              <a:buNone/>
            </a:pPr>
            <a:r>
              <a:t/>
            </a:r>
            <a:endParaRPr sz="1500">
              <a:latin typeface="Helvetica Neue"/>
              <a:ea typeface="Helvetica Neue"/>
              <a:cs typeface="Helvetica Neue"/>
              <a:sym typeface="Helvetica Neue"/>
            </a:endParaRPr>
          </a:p>
          <a:p>
            <a:pPr indent="-323850" lvl="0" marL="457200" rtl="0" algn="l">
              <a:lnSpc>
                <a:spcPct val="100000"/>
              </a:lnSpc>
              <a:spcBef>
                <a:spcPts val="0"/>
              </a:spcBef>
              <a:spcAft>
                <a:spcPts val="0"/>
              </a:spcAft>
              <a:buSzPts val="1500"/>
              <a:buFont typeface="Helvetica Neue"/>
              <a:buChar char="●"/>
            </a:pPr>
            <a:r>
              <a:rPr lang="en" sz="1500">
                <a:latin typeface="Helvetica Neue"/>
                <a:ea typeface="Helvetica Neue"/>
                <a:cs typeface="Helvetica Neue"/>
                <a:sym typeface="Helvetica Neue"/>
              </a:rPr>
              <a:t>Column Renaming: Key columns were renamed for clarity and consistency, such as 'Tm' to 'Team' and 'MP' to 'Mins_Played', enhancing readability and usability.</a:t>
            </a:r>
            <a:endParaRPr sz="1500">
              <a:latin typeface="Helvetica Neue"/>
              <a:ea typeface="Helvetica Neue"/>
              <a:cs typeface="Helvetica Neue"/>
              <a:sym typeface="Helvetica Neue"/>
            </a:endParaRPr>
          </a:p>
          <a:p>
            <a:pPr indent="0" lvl="0" marL="457200" rtl="0" algn="l">
              <a:lnSpc>
                <a:spcPct val="100000"/>
              </a:lnSpc>
              <a:spcBef>
                <a:spcPts val="0"/>
              </a:spcBef>
              <a:spcAft>
                <a:spcPts val="0"/>
              </a:spcAft>
              <a:buSzPts val="1200"/>
              <a:buNone/>
            </a:pPr>
            <a:r>
              <a:t/>
            </a:r>
            <a:endParaRPr sz="1500">
              <a:latin typeface="Helvetica Neue"/>
              <a:ea typeface="Helvetica Neue"/>
              <a:cs typeface="Helvetica Neue"/>
              <a:sym typeface="Helvetica Neue"/>
            </a:endParaRPr>
          </a:p>
          <a:p>
            <a:pPr indent="-323850" lvl="0" marL="457200" rtl="0" algn="l">
              <a:lnSpc>
                <a:spcPct val="100000"/>
              </a:lnSpc>
              <a:spcBef>
                <a:spcPts val="0"/>
              </a:spcBef>
              <a:spcAft>
                <a:spcPts val="0"/>
              </a:spcAft>
              <a:buSzPts val="1500"/>
              <a:buFont typeface="Helvetica Neue"/>
              <a:buChar char="●"/>
            </a:pPr>
            <a:r>
              <a:rPr lang="en" sz="1500">
                <a:latin typeface="Helvetica Neue"/>
                <a:ea typeface="Helvetica Neue"/>
                <a:cs typeface="Helvetica Neue"/>
                <a:sym typeface="Helvetica Neue"/>
              </a:rPr>
              <a:t>Excluding Total Team Entries: Entries with the label 'TOT' under the 'Team' column were excluded, focusing analysis on individual team performances rather than aggregated team stats.</a:t>
            </a:r>
            <a:endParaRPr sz="1500">
              <a:latin typeface="Helvetica Neue"/>
              <a:ea typeface="Helvetica Neue"/>
              <a:cs typeface="Helvetica Neue"/>
              <a:sym typeface="Helvetica Neue"/>
            </a:endParaRPr>
          </a:p>
          <a:p>
            <a:pPr indent="0" lvl="0" marL="457200" rtl="0" algn="l">
              <a:lnSpc>
                <a:spcPct val="100000"/>
              </a:lnSpc>
              <a:spcBef>
                <a:spcPts val="0"/>
              </a:spcBef>
              <a:spcAft>
                <a:spcPts val="0"/>
              </a:spcAft>
              <a:buSzPts val="1200"/>
              <a:buNone/>
            </a:pPr>
            <a:r>
              <a:t/>
            </a:r>
            <a:endParaRPr sz="15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35"/>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lang="en">
                <a:solidFill>
                  <a:srgbClr val="191919"/>
                </a:solidFill>
              </a:rPr>
              <a:t>Calculating Derived Metrics</a:t>
            </a:r>
            <a:endParaRPr>
              <a:solidFill>
                <a:srgbClr val="191919"/>
              </a:solidFill>
            </a:endParaRPr>
          </a:p>
        </p:txBody>
      </p:sp>
      <p:sp>
        <p:nvSpPr>
          <p:cNvPr id="469" name="Google Shape;469;p35"/>
          <p:cNvSpPr txBox="1"/>
          <p:nvPr>
            <p:ph idx="2" type="subTitle"/>
          </p:nvPr>
        </p:nvSpPr>
        <p:spPr>
          <a:xfrm>
            <a:off x="1047500" y="1543050"/>
            <a:ext cx="6787500" cy="2818500"/>
          </a:xfrm>
          <a:prstGeom prst="rect">
            <a:avLst/>
          </a:prstGeom>
          <a:noFill/>
          <a:ln>
            <a:noFill/>
          </a:ln>
        </p:spPr>
        <p:txBody>
          <a:bodyPr anchorCtr="0" anchor="t" bIns="91425" lIns="91425" spcFirstLastPara="1" rIns="91425" wrap="square" tIns="91425">
            <a:noAutofit/>
          </a:bodyPr>
          <a:lstStyle/>
          <a:p>
            <a:pPr indent="-323850" lvl="0" marL="457200" rtl="0" algn="l">
              <a:lnSpc>
                <a:spcPct val="100000"/>
              </a:lnSpc>
              <a:spcBef>
                <a:spcPts val="0"/>
              </a:spcBef>
              <a:spcAft>
                <a:spcPts val="0"/>
              </a:spcAft>
              <a:buSzPts val="1500"/>
              <a:buFont typeface="Helvetica Neue"/>
              <a:buChar char="●"/>
            </a:pPr>
            <a:r>
              <a:rPr lang="en" sz="1500">
                <a:latin typeface="Helvetica Neue"/>
                <a:ea typeface="Helvetica Neue"/>
                <a:cs typeface="Helvetica Neue"/>
                <a:sym typeface="Helvetica Neue"/>
              </a:rPr>
              <a:t>Free Throw Percentage Calculation: The dataset was enriched by calculating the free throw percentage ('FT_PERCENT') by dividing successful free throws ('FT') by attempted free throws ('FTA').</a:t>
            </a:r>
            <a:endParaRPr sz="1500">
              <a:latin typeface="Helvetica Neue"/>
              <a:ea typeface="Helvetica Neue"/>
              <a:cs typeface="Helvetica Neue"/>
              <a:sym typeface="Helvetica Neue"/>
            </a:endParaRPr>
          </a:p>
          <a:p>
            <a:pPr indent="0" lvl="0" marL="457200" rtl="0" algn="l">
              <a:lnSpc>
                <a:spcPct val="100000"/>
              </a:lnSpc>
              <a:spcBef>
                <a:spcPts val="0"/>
              </a:spcBef>
              <a:spcAft>
                <a:spcPts val="0"/>
              </a:spcAft>
              <a:buSzPts val="1200"/>
              <a:buNone/>
            </a:pPr>
            <a:r>
              <a:t/>
            </a:r>
            <a:endParaRPr sz="1500">
              <a:latin typeface="Helvetica Neue"/>
              <a:ea typeface="Helvetica Neue"/>
              <a:cs typeface="Helvetica Neue"/>
              <a:sym typeface="Helvetica Neue"/>
            </a:endParaRPr>
          </a:p>
          <a:p>
            <a:pPr indent="0" lvl="0" marL="457200" rtl="0" algn="l">
              <a:lnSpc>
                <a:spcPct val="100000"/>
              </a:lnSpc>
              <a:spcBef>
                <a:spcPts val="0"/>
              </a:spcBef>
              <a:spcAft>
                <a:spcPts val="0"/>
              </a:spcAft>
              <a:buSzPts val="1200"/>
              <a:buNone/>
            </a:pPr>
            <a:r>
              <a:t/>
            </a:r>
            <a:endParaRPr sz="1500">
              <a:latin typeface="Helvetica Neue"/>
              <a:ea typeface="Helvetica Neue"/>
              <a:cs typeface="Helvetica Neue"/>
              <a:sym typeface="Helvetica Neue"/>
            </a:endParaRPr>
          </a:p>
          <a:p>
            <a:pPr indent="-323850" lvl="0" marL="457200" rtl="0" algn="l">
              <a:lnSpc>
                <a:spcPct val="100000"/>
              </a:lnSpc>
              <a:spcBef>
                <a:spcPts val="0"/>
              </a:spcBef>
              <a:spcAft>
                <a:spcPts val="0"/>
              </a:spcAft>
              <a:buSzPts val="1500"/>
              <a:buFont typeface="Helvetica Neue"/>
              <a:buChar char="●"/>
            </a:pPr>
            <a:r>
              <a:rPr lang="en" sz="1500">
                <a:latin typeface="Helvetica Neue"/>
                <a:ea typeface="Helvetica Neue"/>
                <a:cs typeface="Helvetica Neue"/>
                <a:sym typeface="Helvetica Neue"/>
              </a:rPr>
              <a:t>Total Rebounds Computation: Total rebounds ('TRB') were calculated by summing offensive rebounds ('ORB') and defensive rebounds ('DRB'), providing a comprehensive view of player performance in rebounding.</a:t>
            </a:r>
            <a:endParaRPr sz="1500">
              <a:latin typeface="Helvetica Neue"/>
              <a:ea typeface="Helvetica Neue"/>
              <a:cs typeface="Helvetica Neue"/>
              <a:sym typeface="Helvetica Neue"/>
            </a:endParaRPr>
          </a:p>
          <a:p>
            <a:pPr indent="0" lvl="0" marL="0" rtl="0" algn="l">
              <a:lnSpc>
                <a:spcPct val="100000"/>
              </a:lnSpc>
              <a:spcBef>
                <a:spcPts val="0"/>
              </a:spcBef>
              <a:spcAft>
                <a:spcPts val="0"/>
              </a:spcAft>
              <a:buSzPts val="12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lang="en">
                <a:solidFill>
                  <a:srgbClr val="191919"/>
                </a:solidFill>
              </a:rPr>
              <a:t>Data Formatting</a:t>
            </a:r>
            <a:endParaRPr>
              <a:solidFill>
                <a:srgbClr val="191919"/>
              </a:solidFill>
            </a:endParaRPr>
          </a:p>
        </p:txBody>
      </p:sp>
      <p:sp>
        <p:nvSpPr>
          <p:cNvPr id="475" name="Google Shape;475;p36"/>
          <p:cNvSpPr txBox="1"/>
          <p:nvPr>
            <p:ph idx="2" type="subTitle"/>
          </p:nvPr>
        </p:nvSpPr>
        <p:spPr>
          <a:xfrm>
            <a:off x="1348100" y="1390400"/>
            <a:ext cx="6064200" cy="2877000"/>
          </a:xfrm>
          <a:prstGeom prst="rect">
            <a:avLst/>
          </a:prstGeom>
          <a:noFill/>
          <a:ln>
            <a:noFill/>
          </a:ln>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SzPts val="1600"/>
              <a:buChar char="●"/>
            </a:pPr>
            <a:r>
              <a:rPr lang="en" sz="1600"/>
              <a:t>Column Reordering: To enhance data organization, columns were reordered, placing 'TRB' after 'DRB' for logical and intuitive data representation.</a:t>
            </a:r>
            <a:endParaRPr sz="1600"/>
          </a:p>
          <a:p>
            <a:pPr indent="0" lvl="0" marL="457200" rtl="0" algn="l">
              <a:lnSpc>
                <a:spcPct val="100000"/>
              </a:lnSpc>
              <a:spcBef>
                <a:spcPts val="0"/>
              </a:spcBef>
              <a:spcAft>
                <a:spcPts val="0"/>
              </a:spcAft>
              <a:buSzPts val="1200"/>
              <a:buNone/>
            </a:pPr>
            <a:r>
              <a:t/>
            </a:r>
            <a:endParaRPr sz="1600"/>
          </a:p>
          <a:p>
            <a:pPr indent="-330200" lvl="0" marL="457200" rtl="0" algn="l">
              <a:lnSpc>
                <a:spcPct val="100000"/>
              </a:lnSpc>
              <a:spcBef>
                <a:spcPts val="0"/>
              </a:spcBef>
              <a:spcAft>
                <a:spcPts val="0"/>
              </a:spcAft>
              <a:buSzPts val="1600"/>
              <a:buChar char="●"/>
            </a:pPr>
            <a:r>
              <a:rPr lang="en" sz="1600"/>
              <a:t>Percentage Conversion: Percentage columns such as '3P%' and '2P%' were converted to string format and appended with '%' for better readability and interpretation.</a:t>
            </a:r>
            <a:endParaRPr sz="1600"/>
          </a:p>
          <a:p>
            <a:pPr indent="0" lvl="0" marL="0" rtl="0" algn="l">
              <a:lnSpc>
                <a:spcPct val="100000"/>
              </a:lnSpc>
              <a:spcBef>
                <a:spcPts val="0"/>
              </a:spcBef>
              <a:spcAft>
                <a:spcPts val="0"/>
              </a:spcAft>
              <a:buSzPts val="12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7"/>
          <p:cNvSpPr txBox="1"/>
          <p:nvPr>
            <p:ph type="title"/>
          </p:nvPr>
        </p:nvSpPr>
        <p:spPr>
          <a:xfrm>
            <a:off x="2073275" y="1564950"/>
            <a:ext cx="6466500" cy="1511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600"/>
              <a:buNone/>
            </a:pPr>
            <a:r>
              <a:rPr lang="en" sz="4100">
                <a:latin typeface="Nunito"/>
                <a:ea typeface="Nunito"/>
                <a:cs typeface="Nunito"/>
                <a:sym typeface="Nunito"/>
              </a:rPr>
              <a:t>Data Analysis and Visualization</a:t>
            </a:r>
            <a:endParaRPr sz="4100">
              <a:latin typeface="Nunito"/>
              <a:ea typeface="Nunito"/>
              <a:cs typeface="Nunito"/>
              <a:sym typeface="Nunito"/>
            </a:endParaRPr>
          </a:p>
        </p:txBody>
      </p:sp>
      <p:sp>
        <p:nvSpPr>
          <p:cNvPr id="481" name="Google Shape;481;p37"/>
          <p:cNvSpPr txBox="1"/>
          <p:nvPr>
            <p:ph idx="2" type="title"/>
          </p:nvPr>
        </p:nvSpPr>
        <p:spPr>
          <a:xfrm>
            <a:off x="1026600" y="1271375"/>
            <a:ext cx="969000" cy="15114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6000"/>
              <a:buNone/>
            </a:pPr>
            <a:r>
              <a:rPr lang="en">
                <a:latin typeface="Nunito"/>
                <a:ea typeface="Nunito"/>
                <a:cs typeface="Nunito"/>
                <a:sym typeface="Nunito"/>
              </a:rPr>
              <a:t>03</a:t>
            </a:r>
            <a:endParaRPr>
              <a:latin typeface="Nunito"/>
              <a:ea typeface="Nunito"/>
              <a:cs typeface="Nunito"/>
              <a:sym typeface="Nunito"/>
            </a:endParaRPr>
          </a:p>
        </p:txBody>
      </p:sp>
      <p:grpSp>
        <p:nvGrpSpPr>
          <p:cNvPr id="482" name="Google Shape;482;p37"/>
          <p:cNvGrpSpPr/>
          <p:nvPr/>
        </p:nvGrpSpPr>
        <p:grpSpPr>
          <a:xfrm flipH="1">
            <a:off x="6775879" y="3868746"/>
            <a:ext cx="3599787" cy="1044103"/>
            <a:chOff x="-1431671" y="656496"/>
            <a:chExt cx="3599787" cy="1044103"/>
          </a:xfrm>
        </p:grpSpPr>
        <p:grpSp>
          <p:nvGrpSpPr>
            <p:cNvPr id="483" name="Google Shape;483;p37"/>
            <p:cNvGrpSpPr/>
            <p:nvPr/>
          </p:nvGrpSpPr>
          <p:grpSpPr>
            <a:xfrm>
              <a:off x="-368508" y="1432892"/>
              <a:ext cx="1567047" cy="45661"/>
              <a:chOff x="1754675" y="2661275"/>
              <a:chExt cx="1945675" cy="56700"/>
            </a:xfrm>
          </p:grpSpPr>
          <p:cxnSp>
            <p:nvCxnSpPr>
              <p:cNvPr id="484" name="Google Shape;484;p37"/>
              <p:cNvCxnSpPr/>
              <p:nvPr/>
            </p:nvCxnSpPr>
            <p:spPr>
              <a:xfrm>
                <a:off x="1754675" y="2689625"/>
                <a:ext cx="1896000" cy="0"/>
              </a:xfrm>
              <a:prstGeom prst="straightConnector1">
                <a:avLst/>
              </a:prstGeom>
              <a:noFill/>
              <a:ln cap="flat" cmpd="sng" w="9525">
                <a:solidFill>
                  <a:schemeClr val="dk1"/>
                </a:solidFill>
                <a:prstDash val="solid"/>
                <a:round/>
                <a:headEnd len="sm" w="sm" type="none"/>
                <a:tailEnd len="sm" w="sm" type="none"/>
              </a:ln>
            </p:spPr>
          </p:cxnSp>
          <p:sp>
            <p:nvSpPr>
              <p:cNvPr id="485" name="Google Shape;485;p37"/>
              <p:cNvSpPr/>
              <p:nvPr/>
            </p:nvSpPr>
            <p:spPr>
              <a:xfrm>
                <a:off x="3643650" y="266127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6" name="Google Shape;486;p37"/>
            <p:cNvGrpSpPr/>
            <p:nvPr/>
          </p:nvGrpSpPr>
          <p:grpSpPr>
            <a:xfrm>
              <a:off x="-766480" y="1564412"/>
              <a:ext cx="1561280" cy="136187"/>
              <a:chOff x="1754675" y="2824000"/>
              <a:chExt cx="4728285" cy="412439"/>
            </a:xfrm>
          </p:grpSpPr>
          <p:sp>
            <p:nvSpPr>
              <p:cNvPr id="487" name="Google Shape;487;p37"/>
              <p:cNvSpPr/>
              <p:nvPr/>
            </p:nvSpPr>
            <p:spPr>
              <a:xfrm>
                <a:off x="1754675" y="2824000"/>
                <a:ext cx="4593868" cy="355100"/>
              </a:xfrm>
              <a:custGeom>
                <a:rect b="b" l="l" r="r" t="t"/>
                <a:pathLst>
                  <a:path extrusionOk="0" h="5994" w="77550">
                    <a:moveTo>
                      <a:pt x="0" y="0"/>
                    </a:moveTo>
                    <a:lnTo>
                      <a:pt x="59202" y="0"/>
                    </a:lnTo>
                    <a:lnTo>
                      <a:pt x="65196" y="5994"/>
                    </a:lnTo>
                    <a:lnTo>
                      <a:pt x="77550" y="5994"/>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37"/>
              <p:cNvSpPr/>
              <p:nvPr/>
            </p:nvSpPr>
            <p:spPr>
              <a:xfrm>
                <a:off x="6348560" y="3102039"/>
                <a:ext cx="134400" cy="13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89" name="Google Shape;489;p37"/>
            <p:cNvGrpSpPr/>
            <p:nvPr/>
          </p:nvGrpSpPr>
          <p:grpSpPr>
            <a:xfrm>
              <a:off x="-1431671" y="1201087"/>
              <a:ext cx="3070084" cy="102363"/>
              <a:chOff x="1779150" y="2604263"/>
              <a:chExt cx="3811875" cy="127112"/>
            </a:xfrm>
          </p:grpSpPr>
          <p:sp>
            <p:nvSpPr>
              <p:cNvPr id="490" name="Google Shape;490;p37"/>
              <p:cNvSpPr/>
              <p:nvPr/>
            </p:nvSpPr>
            <p:spPr>
              <a:xfrm>
                <a:off x="1779150" y="2630450"/>
                <a:ext cx="3755175" cy="100925"/>
              </a:xfrm>
              <a:custGeom>
                <a:rect b="b" l="l" r="r" t="t"/>
                <a:pathLst>
                  <a:path extrusionOk="0" h="4037" w="150207">
                    <a:moveTo>
                      <a:pt x="0" y="4037"/>
                    </a:moveTo>
                    <a:lnTo>
                      <a:pt x="83176" y="4037"/>
                    </a:lnTo>
                    <a:lnTo>
                      <a:pt x="87213" y="0"/>
                    </a:lnTo>
                    <a:lnTo>
                      <a:pt x="150207"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1" name="Google Shape;491;p37"/>
              <p:cNvSpPr/>
              <p:nvPr/>
            </p:nvSpPr>
            <p:spPr>
              <a:xfrm>
                <a:off x="5534325" y="260426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2" name="Google Shape;492;p37"/>
            <p:cNvGrpSpPr/>
            <p:nvPr/>
          </p:nvGrpSpPr>
          <p:grpSpPr>
            <a:xfrm>
              <a:off x="-856941" y="773805"/>
              <a:ext cx="2877996" cy="223763"/>
              <a:chOff x="1748550" y="2064750"/>
              <a:chExt cx="3573375" cy="277863"/>
            </a:xfrm>
          </p:grpSpPr>
          <p:sp>
            <p:nvSpPr>
              <p:cNvPr id="493" name="Google Shape;493;p37"/>
              <p:cNvSpPr/>
              <p:nvPr/>
            </p:nvSpPr>
            <p:spPr>
              <a:xfrm>
                <a:off x="1748550" y="2064750"/>
                <a:ext cx="3516675" cy="253825"/>
              </a:xfrm>
              <a:custGeom>
                <a:rect b="b" l="l" r="r" t="t"/>
                <a:pathLst>
                  <a:path extrusionOk="0" h="10153" w="140667">
                    <a:moveTo>
                      <a:pt x="0" y="0"/>
                    </a:moveTo>
                    <a:lnTo>
                      <a:pt x="67520" y="0"/>
                    </a:lnTo>
                    <a:lnTo>
                      <a:pt x="77673" y="10153"/>
                    </a:lnTo>
                    <a:lnTo>
                      <a:pt x="140667" y="10153"/>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37"/>
              <p:cNvSpPr/>
              <p:nvPr/>
            </p:nvSpPr>
            <p:spPr>
              <a:xfrm>
                <a:off x="5265225" y="228591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5" name="Google Shape;495;p37"/>
            <p:cNvGrpSpPr/>
            <p:nvPr/>
          </p:nvGrpSpPr>
          <p:grpSpPr>
            <a:xfrm>
              <a:off x="-856882" y="656496"/>
              <a:ext cx="2430997" cy="185534"/>
              <a:chOff x="1748547" y="1392116"/>
              <a:chExt cx="5911958" cy="451312"/>
            </a:xfrm>
          </p:grpSpPr>
          <p:sp>
            <p:nvSpPr>
              <p:cNvPr id="496" name="Google Shape;496;p37"/>
              <p:cNvSpPr/>
              <p:nvPr/>
            </p:nvSpPr>
            <p:spPr>
              <a:xfrm>
                <a:off x="1748547" y="1392116"/>
                <a:ext cx="5793758" cy="395567"/>
              </a:xfrm>
              <a:custGeom>
                <a:rect b="b" l="l" r="r" t="t"/>
                <a:pathLst>
                  <a:path extrusionOk="0" h="7583" w="111066">
                    <a:moveTo>
                      <a:pt x="0" y="0"/>
                    </a:moveTo>
                    <a:lnTo>
                      <a:pt x="79263" y="0"/>
                    </a:lnTo>
                    <a:lnTo>
                      <a:pt x="86847" y="7583"/>
                    </a:lnTo>
                    <a:lnTo>
                      <a:pt x="111066" y="7583"/>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37"/>
              <p:cNvSpPr/>
              <p:nvPr/>
            </p:nvSpPr>
            <p:spPr>
              <a:xfrm>
                <a:off x="7542305" y="1725228"/>
                <a:ext cx="118200" cy="11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8" name="Google Shape;498;p37"/>
            <p:cNvGrpSpPr/>
            <p:nvPr/>
          </p:nvGrpSpPr>
          <p:grpSpPr>
            <a:xfrm>
              <a:off x="-842187" y="1064790"/>
              <a:ext cx="3010303" cy="45661"/>
              <a:chOff x="1766900" y="2869225"/>
              <a:chExt cx="3737650" cy="56700"/>
            </a:xfrm>
          </p:grpSpPr>
          <p:cxnSp>
            <p:nvCxnSpPr>
              <p:cNvPr id="499" name="Google Shape;499;p37"/>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500" name="Google Shape;500;p37"/>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38"/>
          <p:cNvSpPr txBox="1"/>
          <p:nvPr>
            <p:ph type="title"/>
          </p:nvPr>
        </p:nvSpPr>
        <p:spPr>
          <a:xfrm>
            <a:off x="720000" y="445025"/>
            <a:ext cx="7704000" cy="628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1" lang="en">
                <a:solidFill>
                  <a:srgbClr val="000000"/>
                </a:solidFill>
                <a:latin typeface="Helvetica Neue"/>
                <a:ea typeface="Helvetica Neue"/>
                <a:cs typeface="Helvetica Neue"/>
                <a:sym typeface="Helvetica Neue"/>
              </a:rPr>
              <a:t>Identifying Highest Scoring Player in a Season</a:t>
            </a: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endParaRPr/>
          </a:p>
        </p:txBody>
      </p:sp>
      <p:sp>
        <p:nvSpPr>
          <p:cNvPr id="506" name="Google Shape;506;p38"/>
          <p:cNvSpPr txBox="1"/>
          <p:nvPr/>
        </p:nvSpPr>
        <p:spPr>
          <a:xfrm>
            <a:off x="-1518104" y="3533509"/>
            <a:ext cx="1659504" cy="86611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Barlow"/>
              <a:buNone/>
            </a:pPr>
            <a:r>
              <a:t/>
            </a:r>
            <a:endParaRPr b="0" i="0" sz="2000" u="none" cap="none" strike="noStrike">
              <a:solidFill>
                <a:srgbClr val="1E1313"/>
              </a:solidFill>
              <a:latin typeface="Barlow"/>
              <a:ea typeface="Barlow"/>
              <a:cs typeface="Barlow"/>
              <a:sym typeface="Barlow"/>
            </a:endParaRPr>
          </a:p>
        </p:txBody>
      </p:sp>
      <p:sp>
        <p:nvSpPr>
          <p:cNvPr id="507" name="Google Shape;507;p38"/>
          <p:cNvSpPr txBox="1"/>
          <p:nvPr/>
        </p:nvSpPr>
        <p:spPr>
          <a:xfrm>
            <a:off x="4469450" y="1284701"/>
            <a:ext cx="4598700" cy="36168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Helvetica Neue"/>
                <a:ea typeface="Helvetica Neue"/>
                <a:cs typeface="Helvetica Neue"/>
                <a:sym typeface="Helvetica Neue"/>
              </a:rPr>
              <a:t> This code snippet extracts the player with the highest points per game (PPG) in a specified NBA season&gt;</a:t>
            </a:r>
            <a:endParaRPr b="0" i="0" sz="12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Helvetica Neue"/>
                <a:ea typeface="Helvetica Neue"/>
                <a:cs typeface="Helvetica Neue"/>
                <a:sym typeface="Helvetica Neue"/>
              </a:rPr>
              <a:t> By filtering data for the chosen season, the analysis targets a specific timeframe, offering a detailed look into individual player performance.</a:t>
            </a:r>
            <a:endParaRPr b="0" i="0" sz="12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Helvetica Neue"/>
                <a:ea typeface="Helvetica Neue"/>
                <a:cs typeface="Helvetica Neue"/>
                <a:sym typeface="Helvetica Neue"/>
              </a:rPr>
              <a:t>The identified player for the specified season 92-93 is Michael Jordan, reflecting his exceptional scoring ability and dominance on the court.</a:t>
            </a:r>
            <a:endParaRPr b="0" i="0" sz="12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800"/>
              <a:buFont typeface="Arial"/>
              <a:buNone/>
            </a:pPr>
            <a:br>
              <a:rPr b="1" i="0" lang="en" sz="18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endParaRPr b="0" i="0" sz="2600" u="none" cap="none" strike="noStrike">
              <a:solidFill>
                <a:schemeClr val="dk1"/>
              </a:solidFill>
              <a:latin typeface="Poppins Black"/>
              <a:ea typeface="Poppins Black"/>
              <a:cs typeface="Poppins Black"/>
              <a:sym typeface="Poppins Black"/>
            </a:endParaRPr>
          </a:p>
        </p:txBody>
      </p:sp>
      <p:pic>
        <p:nvPicPr>
          <p:cNvPr id="508" name="Google Shape;508;p38"/>
          <p:cNvPicPr preferRelativeResize="0"/>
          <p:nvPr/>
        </p:nvPicPr>
        <p:blipFill rotWithShape="1">
          <a:blip r:embed="rId3">
            <a:alphaModFix/>
          </a:blip>
          <a:srcRect b="0" l="0" r="0" t="0"/>
          <a:stretch/>
        </p:blipFill>
        <p:spPr>
          <a:xfrm>
            <a:off x="141400" y="1237725"/>
            <a:ext cx="4255225" cy="1268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9"/>
          <p:cNvSpPr txBox="1"/>
          <p:nvPr>
            <p:ph type="title"/>
          </p:nvPr>
        </p:nvSpPr>
        <p:spPr>
          <a:xfrm>
            <a:off x="360000" y="470425"/>
            <a:ext cx="8424000" cy="884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1" lang="en">
                <a:solidFill>
                  <a:srgbClr val="000000"/>
                </a:solidFill>
                <a:latin typeface="Helvetica Neue"/>
                <a:ea typeface="Helvetica Neue"/>
                <a:cs typeface="Helvetica Neue"/>
                <a:sym typeface="Helvetica Neue"/>
              </a:rPr>
              <a:t>Points Comparison Over Seasons (1992-1993) - Top 10 Players</a:t>
            </a: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endParaRPr/>
          </a:p>
        </p:txBody>
      </p:sp>
      <p:sp>
        <p:nvSpPr>
          <p:cNvPr id="514" name="Google Shape;514;p39"/>
          <p:cNvSpPr txBox="1"/>
          <p:nvPr/>
        </p:nvSpPr>
        <p:spPr>
          <a:xfrm>
            <a:off x="-1533719" y="3592842"/>
            <a:ext cx="1423418" cy="741976"/>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Barlow"/>
              <a:buNone/>
            </a:pPr>
            <a:r>
              <a:t/>
            </a:r>
            <a:endParaRPr b="0" i="0" sz="2000" u="none" cap="none" strike="noStrike">
              <a:solidFill>
                <a:srgbClr val="1E1313"/>
              </a:solidFill>
              <a:latin typeface="Barlow"/>
              <a:ea typeface="Barlow"/>
              <a:cs typeface="Barlow"/>
              <a:sym typeface="Barlow"/>
            </a:endParaRPr>
          </a:p>
        </p:txBody>
      </p:sp>
      <p:sp>
        <p:nvSpPr>
          <p:cNvPr id="515" name="Google Shape;515;p39"/>
          <p:cNvSpPr txBox="1"/>
          <p:nvPr/>
        </p:nvSpPr>
        <p:spPr>
          <a:xfrm>
            <a:off x="4572000" y="1601775"/>
            <a:ext cx="4611300" cy="32643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00000"/>
              </a:lnSpc>
              <a:spcBef>
                <a:spcPts val="0"/>
              </a:spcBef>
              <a:spcAft>
                <a:spcPts val="0"/>
              </a:spcAft>
              <a:buClr>
                <a:schemeClr val="dk1"/>
              </a:buClr>
              <a:buSzPts val="2100"/>
              <a:buFont typeface="Helvetica Neue"/>
              <a:buChar char="•"/>
            </a:pPr>
            <a:r>
              <a:rPr b="0" i="0" lang="en" sz="1300" u="none" cap="none" strike="noStrike">
                <a:solidFill>
                  <a:srgbClr val="000000"/>
                </a:solidFill>
                <a:latin typeface="Helvetica Neue"/>
                <a:ea typeface="Helvetica Neue"/>
                <a:cs typeface="Helvetica Neue"/>
                <a:sym typeface="Helvetica Neue"/>
              </a:rPr>
              <a:t>This line plot illustrates the points scored over multiple seasons for the top 10 players in the 1992-1993 NBA season.</a:t>
            </a:r>
            <a:endParaRPr b="0" i="0" sz="1300" u="none" cap="none" strike="noStrike">
              <a:solidFill>
                <a:srgbClr val="000000"/>
              </a:solidFill>
              <a:latin typeface="Helvetica Neue"/>
              <a:ea typeface="Helvetica Neue"/>
              <a:cs typeface="Helvetica Neue"/>
              <a:sym typeface="Helvetica Neue"/>
            </a:endParaRPr>
          </a:p>
          <a:p>
            <a:pPr indent="-361950" lvl="0" marL="457200" marR="0" rtl="0" algn="l">
              <a:lnSpc>
                <a:spcPct val="100000"/>
              </a:lnSpc>
              <a:spcBef>
                <a:spcPts val="0"/>
              </a:spcBef>
              <a:spcAft>
                <a:spcPts val="0"/>
              </a:spcAft>
              <a:buClr>
                <a:schemeClr val="dk1"/>
              </a:buClr>
              <a:buSzPts val="2100"/>
              <a:buFont typeface="Helvetica Neue"/>
              <a:buChar char="•"/>
            </a:pPr>
            <a:r>
              <a:rPr b="0" i="0" lang="en" sz="1300" u="none" cap="none" strike="noStrike">
                <a:solidFill>
                  <a:srgbClr val="000000"/>
                </a:solidFill>
                <a:latin typeface="Helvetica Neue"/>
                <a:ea typeface="Helvetica Neue"/>
                <a:cs typeface="Helvetica Neue"/>
                <a:sym typeface="Helvetica Neue"/>
              </a:rPr>
              <a:t> Each player's cumulative points across seasons are depicted, offering a comprehensive view of their scoring contributions throughout the specified timeframe.</a:t>
            </a:r>
            <a:endParaRPr b="0" i="0" sz="1300" u="none" cap="none" strike="noStrike">
              <a:solidFill>
                <a:srgbClr val="000000"/>
              </a:solidFill>
              <a:latin typeface="Helvetica Neue"/>
              <a:ea typeface="Helvetica Neue"/>
              <a:cs typeface="Helvetica Neue"/>
              <a:sym typeface="Helvetica Neue"/>
            </a:endParaRPr>
          </a:p>
          <a:p>
            <a:pPr indent="-361950" lvl="0" marL="457200" marR="0" rtl="0" algn="l">
              <a:lnSpc>
                <a:spcPct val="100000"/>
              </a:lnSpc>
              <a:spcBef>
                <a:spcPts val="0"/>
              </a:spcBef>
              <a:spcAft>
                <a:spcPts val="0"/>
              </a:spcAft>
              <a:buClr>
                <a:schemeClr val="dk1"/>
              </a:buClr>
              <a:buSzPts val="2100"/>
              <a:buFont typeface="Helvetica Neue"/>
              <a:buChar char="•"/>
            </a:pPr>
            <a:r>
              <a:rPr b="0" i="0" lang="en" sz="1300" u="none" cap="none" strike="noStrike">
                <a:solidFill>
                  <a:srgbClr val="000000"/>
                </a:solidFill>
                <a:latin typeface="Helvetica Neue"/>
                <a:ea typeface="Helvetica Neue"/>
                <a:cs typeface="Helvetica Neue"/>
                <a:sym typeface="Helvetica Neue"/>
              </a:rPr>
              <a:t> Players with consistently high point totals stand out, showcasing their dominance in scoring over the seasons considered.</a:t>
            </a:r>
            <a:endParaRPr b="0" i="0" sz="1300" u="none" cap="none" strike="noStrike">
              <a:solidFill>
                <a:srgbClr val="000000"/>
              </a:solidFill>
              <a:latin typeface="Helvetica Neue"/>
              <a:ea typeface="Helvetica Neue"/>
              <a:cs typeface="Helvetica Neue"/>
              <a:sym typeface="Helvetica Neue"/>
            </a:endParaRPr>
          </a:p>
          <a:p>
            <a:pPr indent="-196850" lvl="0" marL="285750" marR="0" rtl="0" algn="l">
              <a:lnSpc>
                <a:spcPct val="100000"/>
              </a:lnSpc>
              <a:spcBef>
                <a:spcPts val="0"/>
              </a:spcBef>
              <a:spcAft>
                <a:spcPts val="0"/>
              </a:spcAft>
              <a:buClr>
                <a:srgbClr val="000000"/>
              </a:buClr>
              <a:buSzPts val="1200"/>
              <a:buFont typeface="Arial"/>
              <a:buChar char="•"/>
            </a:pPr>
            <a:r>
              <a:t/>
            </a:r>
            <a:endParaRPr b="0" i="0" sz="1200" u="none" cap="none" strike="noStrike">
              <a:solidFill>
                <a:srgbClr val="000000"/>
              </a:solidFill>
              <a:latin typeface="Arial"/>
              <a:ea typeface="Arial"/>
              <a:cs typeface="Arial"/>
              <a:sym typeface="Arial"/>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2600"/>
              <a:buFont typeface="Poppins Black"/>
              <a:buNone/>
            </a:pP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r>
              <a:rPr b="1" i="0" lang="en" sz="2600" u="none" cap="none" strike="noStrike">
                <a:solidFill>
                  <a:srgbClr val="000000"/>
                </a:solidFill>
                <a:latin typeface="Helvetica Neue"/>
                <a:ea typeface="Helvetica Neue"/>
                <a:cs typeface="Helvetica Neue"/>
                <a:sym typeface="Helvetica Neue"/>
              </a:rPr>
              <a:t> </a:t>
            </a:r>
            <a:endParaRPr b="0" i="0" sz="2600" u="none" cap="none" strike="noStrike">
              <a:solidFill>
                <a:schemeClr val="dk1"/>
              </a:solidFill>
              <a:latin typeface="Poppins Black"/>
              <a:ea typeface="Poppins Black"/>
              <a:cs typeface="Poppins Black"/>
              <a:sym typeface="Poppins Black"/>
            </a:endParaRPr>
          </a:p>
        </p:txBody>
      </p:sp>
      <p:sp>
        <p:nvSpPr>
          <p:cNvPr id="516" name="Google Shape;516;p39"/>
          <p:cNvSpPr txBox="1"/>
          <p:nvPr/>
        </p:nvSpPr>
        <p:spPr>
          <a:xfrm>
            <a:off x="1182246" y="4611481"/>
            <a:ext cx="3492658" cy="612956"/>
          </a:xfrm>
          <a:prstGeom prst="rect">
            <a:avLst/>
          </a:prstGeom>
          <a:noFill/>
          <a:ln>
            <a:noFill/>
          </a:ln>
        </p:spPr>
        <p:txBody>
          <a:bodyPr anchorCtr="0" anchor="t" bIns="91425" lIns="91425" spcFirstLastPara="1" rIns="91425" wrap="square" tIns="91425">
            <a:noAutofit/>
          </a:bodyPr>
          <a:lstStyle/>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2600"/>
              <a:buFont typeface="Poppins Black"/>
              <a:buNone/>
            </a:pP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r>
              <a:rPr b="1" i="0" lang="en" sz="2600" u="none" cap="none" strike="noStrike">
                <a:solidFill>
                  <a:srgbClr val="000000"/>
                </a:solidFill>
                <a:latin typeface="Helvetica Neue"/>
                <a:ea typeface="Helvetica Neue"/>
                <a:cs typeface="Helvetica Neue"/>
                <a:sym typeface="Helvetica Neue"/>
              </a:rPr>
              <a:t> </a:t>
            </a:r>
            <a:endParaRPr b="0" i="0" sz="2600" u="none" cap="none" strike="noStrike">
              <a:solidFill>
                <a:schemeClr val="dk1"/>
              </a:solidFill>
              <a:latin typeface="Poppins Black"/>
              <a:ea typeface="Poppins Black"/>
              <a:cs typeface="Poppins Black"/>
              <a:sym typeface="Poppins Black"/>
            </a:endParaRPr>
          </a:p>
        </p:txBody>
      </p:sp>
      <p:pic>
        <p:nvPicPr>
          <p:cNvPr id="517" name="Google Shape;517;p39"/>
          <p:cNvPicPr preferRelativeResize="0"/>
          <p:nvPr/>
        </p:nvPicPr>
        <p:blipFill rotWithShape="1">
          <a:blip r:embed="rId3">
            <a:alphaModFix/>
          </a:blip>
          <a:srcRect b="0" l="0" r="0" t="0"/>
          <a:stretch/>
        </p:blipFill>
        <p:spPr>
          <a:xfrm>
            <a:off x="152400" y="1390375"/>
            <a:ext cx="4522501" cy="31858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0"/>
          <p:cNvSpPr txBox="1"/>
          <p:nvPr>
            <p:ph type="title"/>
          </p:nvPr>
        </p:nvSpPr>
        <p:spPr>
          <a:xfrm>
            <a:off x="360000" y="470425"/>
            <a:ext cx="8424000" cy="873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600"/>
              <a:buNone/>
            </a:pPr>
            <a:r>
              <a:rPr b="1" lang="en">
                <a:solidFill>
                  <a:srgbClr val="000000"/>
                </a:solidFill>
                <a:latin typeface="Helvetica Neue"/>
                <a:ea typeface="Helvetica Neue"/>
                <a:cs typeface="Helvetica Neue"/>
                <a:sym typeface="Helvetica Neue"/>
              </a:rPr>
              <a:t>Exploring the Relationship Between Assists and Points in NBA Dataset</a:t>
            </a: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endParaRPr/>
          </a:p>
        </p:txBody>
      </p:sp>
      <p:sp>
        <p:nvSpPr>
          <p:cNvPr id="523" name="Google Shape;523;p40"/>
          <p:cNvSpPr txBox="1"/>
          <p:nvPr/>
        </p:nvSpPr>
        <p:spPr>
          <a:xfrm>
            <a:off x="-1533719" y="3592842"/>
            <a:ext cx="1423500" cy="74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Barlow"/>
              <a:buNone/>
            </a:pPr>
            <a:r>
              <a:t/>
            </a:r>
            <a:endParaRPr b="0" i="0" sz="2000" u="none" cap="none" strike="noStrike">
              <a:solidFill>
                <a:srgbClr val="1E1313"/>
              </a:solidFill>
              <a:latin typeface="Barlow"/>
              <a:ea typeface="Barlow"/>
              <a:cs typeface="Barlow"/>
              <a:sym typeface="Barlow"/>
            </a:endParaRPr>
          </a:p>
        </p:txBody>
      </p:sp>
      <p:sp>
        <p:nvSpPr>
          <p:cNvPr id="524" name="Google Shape;524;p40"/>
          <p:cNvSpPr txBox="1"/>
          <p:nvPr/>
        </p:nvSpPr>
        <p:spPr>
          <a:xfrm>
            <a:off x="4198925" y="1026350"/>
            <a:ext cx="4945200" cy="3804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Helvetica Neue"/>
                <a:ea typeface="Helvetica Neue"/>
                <a:cs typeface="Helvetica Neue"/>
                <a:sym typeface="Helvetica Neue"/>
              </a:rPr>
              <a:t>We have conducted an in-depth analysis on an NBA dataset to  uncover the intricate relationship between assists and points</a:t>
            </a:r>
            <a:r>
              <a:rPr lang="en" sz="1300">
                <a:latin typeface="Helvetica Neue"/>
                <a:ea typeface="Helvetica Neue"/>
                <a:cs typeface="Helvetica Neue"/>
                <a:sym typeface="Helvetica Neue"/>
              </a:rPr>
              <a:t>.</a:t>
            </a:r>
            <a:r>
              <a:rPr b="1" i="0" lang="en" sz="1200" u="none" cap="none" strike="noStrike">
                <a:solidFill>
                  <a:srgbClr val="000000"/>
                </a:solidFill>
                <a:latin typeface="Helvetica Neue"/>
                <a:ea typeface="Helvetica Neue"/>
                <a:cs typeface="Helvetica Neue"/>
                <a:sym typeface="Helvetica Neue"/>
              </a:rPr>
              <a:t>This Analysis shows</a:t>
            </a:r>
            <a:endParaRPr b="1" i="0" sz="1200" u="none" cap="none" strike="noStrike">
              <a:solidFill>
                <a:srgbClr val="000000"/>
              </a:solidFill>
              <a:latin typeface="Helvetica Neue"/>
              <a:ea typeface="Helvetica Neue"/>
              <a:cs typeface="Helvetica Neue"/>
              <a:sym typeface="Helvetica Neue"/>
            </a:endParaRPr>
          </a:p>
          <a:p>
            <a:pPr indent="0" lvl="0" marL="0" marR="0" rtl="0" algn="just">
              <a:lnSpc>
                <a:spcPct val="100000"/>
              </a:lnSpc>
              <a:spcBef>
                <a:spcPts val="0"/>
              </a:spcBef>
              <a:spcAft>
                <a:spcPts val="0"/>
              </a:spcAft>
              <a:buClr>
                <a:srgbClr val="000000"/>
              </a:buClr>
              <a:buSzPts val="1300"/>
              <a:buFont typeface="Arial"/>
              <a:buNone/>
            </a:pPr>
            <a:r>
              <a:t/>
            </a:r>
            <a:endParaRPr b="1" sz="1200">
              <a:latin typeface="Helvetica Neue"/>
              <a:ea typeface="Helvetica Neue"/>
              <a:cs typeface="Helvetica Neue"/>
              <a:sym typeface="Helvetica Neue"/>
            </a:endParaRPr>
          </a:p>
          <a:p>
            <a:pPr indent="0" lvl="0" marL="16510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Helvetica Neue"/>
                <a:ea typeface="Helvetica Neue"/>
                <a:cs typeface="Helvetica Neue"/>
                <a:sym typeface="Helvetica Neue"/>
              </a:rPr>
              <a:t>Visualizing Player Performance: The scatter plot illustrates the correlation between assists (AST) and points (PTS) in basketball, showcasing each player's performance.</a:t>
            </a:r>
            <a:endParaRPr b="0" i="0" sz="13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Helvetica Neue"/>
              <a:ea typeface="Helvetica Neue"/>
              <a:cs typeface="Helvetica Neue"/>
              <a:sym typeface="Helvetica Neue"/>
            </a:endParaRPr>
          </a:p>
          <a:p>
            <a:pPr indent="0" lvl="0" marL="16510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Helvetica Neue"/>
                <a:ea typeface="Helvetica Neue"/>
                <a:cs typeface="Helvetica Neue"/>
                <a:sym typeface="Helvetica Neue"/>
              </a:rPr>
              <a:t>Identifying Playmaking Ability: we can spot players excelling in playmaking by focusing on the upper right quadrant, indicating high-scoring players with significant assist contributions.</a:t>
            </a:r>
            <a:endParaRPr b="0" i="0" sz="13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Helvetica Neue"/>
              <a:ea typeface="Helvetica Neue"/>
              <a:cs typeface="Helvetica Neue"/>
              <a:sym typeface="Helvetica Neue"/>
            </a:endParaRPr>
          </a:p>
          <a:p>
            <a:pPr indent="0" lvl="0" marL="16510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Helvetica Neue"/>
                <a:ea typeface="Helvetica Neue"/>
                <a:cs typeface="Helvetica Neue"/>
                <a:sym typeface="Helvetica Neue"/>
              </a:rPr>
              <a:t>Tactical Insights: we can also leverage this visualization to identify strategic opportunities, such as involving players with high assist rates but low scoring in more scoring plays or adjusting team tactics for optimal effectiveness</a:t>
            </a:r>
            <a:r>
              <a:rPr b="0" i="0" lang="en" sz="1300" u="none" cap="none" strike="noStrike">
                <a:solidFill>
                  <a:srgbClr val="000000"/>
                </a:solidFill>
                <a:latin typeface="Arial"/>
                <a:ea typeface="Arial"/>
                <a:cs typeface="Arial"/>
                <a:sym typeface="Arial"/>
              </a:rPr>
              <a:t>.</a:t>
            </a:r>
            <a:endParaRPr b="0" i="0" sz="1300" u="none" cap="none" strike="noStrike">
              <a:solidFill>
                <a:srgbClr val="000000"/>
              </a:solidFill>
              <a:latin typeface="Arial"/>
              <a:ea typeface="Arial"/>
              <a:cs typeface="Arial"/>
              <a:sym typeface="Arial"/>
            </a:endParaRPr>
          </a:p>
          <a:p>
            <a:pPr indent="-120650" lvl="0" marL="285750" marR="0" rtl="0" algn="l">
              <a:lnSpc>
                <a:spcPct val="100000"/>
              </a:lnSpc>
              <a:spcBef>
                <a:spcPts val="0"/>
              </a:spcBef>
              <a:spcAft>
                <a:spcPts val="0"/>
              </a:spcAft>
              <a:buClr>
                <a:schemeClr val="dk1"/>
              </a:buClr>
              <a:buSzPts val="2600"/>
              <a:buFont typeface="Arial"/>
              <a:buNone/>
            </a:pPr>
            <a:r>
              <a:t/>
            </a:r>
            <a:endParaRPr b="0" i="0" sz="1600" u="none" cap="none" strike="noStrike">
              <a:solidFill>
                <a:srgbClr val="000000"/>
              </a:solidFill>
              <a:latin typeface="Arial"/>
              <a:ea typeface="Arial"/>
              <a:cs typeface="Arial"/>
              <a:sym typeface="Arial"/>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2600"/>
              <a:buFont typeface="Poppins Black"/>
              <a:buNone/>
            </a:pP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r>
              <a:rPr b="1" i="0" lang="en" sz="2600" u="none" cap="none" strike="noStrike">
                <a:solidFill>
                  <a:srgbClr val="000000"/>
                </a:solidFill>
                <a:latin typeface="Helvetica Neue"/>
                <a:ea typeface="Helvetica Neue"/>
                <a:cs typeface="Helvetica Neue"/>
                <a:sym typeface="Helvetica Neue"/>
              </a:rPr>
              <a:t> </a:t>
            </a:r>
            <a:endParaRPr b="0" i="0" sz="2600" u="none" cap="none" strike="noStrike">
              <a:solidFill>
                <a:schemeClr val="dk1"/>
              </a:solidFill>
              <a:latin typeface="Poppins Black"/>
              <a:ea typeface="Poppins Black"/>
              <a:cs typeface="Poppins Black"/>
              <a:sym typeface="Poppins Black"/>
            </a:endParaRPr>
          </a:p>
        </p:txBody>
      </p:sp>
      <p:sp>
        <p:nvSpPr>
          <p:cNvPr id="525" name="Google Shape;525;p40"/>
          <p:cNvSpPr txBox="1"/>
          <p:nvPr/>
        </p:nvSpPr>
        <p:spPr>
          <a:xfrm>
            <a:off x="1182246" y="4611481"/>
            <a:ext cx="3492600" cy="612900"/>
          </a:xfrm>
          <a:prstGeom prst="rect">
            <a:avLst/>
          </a:prstGeom>
          <a:noFill/>
          <a:ln>
            <a:noFill/>
          </a:ln>
        </p:spPr>
        <p:txBody>
          <a:bodyPr anchorCtr="0" anchor="t" bIns="91425" lIns="91425" spcFirstLastPara="1" rIns="91425" wrap="square" tIns="91425">
            <a:noAutofit/>
          </a:bodyPr>
          <a:lstStyle/>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2600"/>
              <a:buFont typeface="Poppins Black"/>
              <a:buNone/>
            </a:pP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r>
              <a:rPr b="1" i="0" lang="en" sz="2600" u="none" cap="none" strike="noStrike">
                <a:solidFill>
                  <a:srgbClr val="000000"/>
                </a:solidFill>
                <a:latin typeface="Helvetica Neue"/>
                <a:ea typeface="Helvetica Neue"/>
                <a:cs typeface="Helvetica Neue"/>
                <a:sym typeface="Helvetica Neue"/>
              </a:rPr>
              <a:t> </a:t>
            </a:r>
            <a:endParaRPr b="0" i="0" sz="2600" u="none" cap="none" strike="noStrike">
              <a:solidFill>
                <a:schemeClr val="dk1"/>
              </a:solidFill>
              <a:latin typeface="Poppins Black"/>
              <a:ea typeface="Poppins Black"/>
              <a:cs typeface="Poppins Black"/>
              <a:sym typeface="Poppins Black"/>
            </a:endParaRPr>
          </a:p>
        </p:txBody>
      </p:sp>
      <p:pic>
        <p:nvPicPr>
          <p:cNvPr id="526" name="Google Shape;526;p40"/>
          <p:cNvPicPr preferRelativeResize="0"/>
          <p:nvPr/>
        </p:nvPicPr>
        <p:blipFill rotWithShape="1">
          <a:blip r:embed="rId3">
            <a:alphaModFix/>
          </a:blip>
          <a:srcRect b="0" l="0" r="0" t="0"/>
          <a:stretch/>
        </p:blipFill>
        <p:spPr>
          <a:xfrm>
            <a:off x="152400" y="1495825"/>
            <a:ext cx="3783900" cy="29632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1"/>
          <p:cNvSpPr txBox="1"/>
          <p:nvPr>
            <p:ph type="title"/>
          </p:nvPr>
        </p:nvSpPr>
        <p:spPr>
          <a:xfrm>
            <a:off x="360000" y="470425"/>
            <a:ext cx="8424000" cy="612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1" lang="en" sz="1600">
                <a:solidFill>
                  <a:srgbClr val="000000"/>
                </a:solidFill>
                <a:latin typeface="Helvetica Neue"/>
                <a:ea typeface="Helvetica Neue"/>
                <a:cs typeface="Helvetica Neue"/>
                <a:sym typeface="Helvetica Neue"/>
              </a:rPr>
              <a:t>Investigating the Connection Between Minutes Played and Points Scored</a:t>
            </a:r>
            <a:br>
              <a:rPr b="1" i="0" lang="en" sz="1600">
                <a:solidFill>
                  <a:srgbClr val="000000"/>
                </a:solidFill>
                <a:latin typeface="Helvetica Neue"/>
                <a:ea typeface="Helvetica Neue"/>
                <a:cs typeface="Helvetica Neue"/>
                <a:sym typeface="Helvetica Neue"/>
              </a:rPr>
            </a:br>
            <a:br>
              <a:rPr b="1" i="0" lang="en" sz="1600">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endParaRPr/>
          </a:p>
        </p:txBody>
      </p:sp>
      <p:sp>
        <p:nvSpPr>
          <p:cNvPr id="532" name="Google Shape;532;p41"/>
          <p:cNvSpPr txBox="1"/>
          <p:nvPr/>
        </p:nvSpPr>
        <p:spPr>
          <a:xfrm>
            <a:off x="-1533719" y="3592842"/>
            <a:ext cx="1423500" cy="74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Barlow"/>
              <a:buNone/>
            </a:pPr>
            <a:r>
              <a:t/>
            </a:r>
            <a:endParaRPr b="0" i="0" sz="2000" u="none" cap="none" strike="noStrike">
              <a:solidFill>
                <a:srgbClr val="1E1313"/>
              </a:solidFill>
              <a:latin typeface="Barlow"/>
              <a:ea typeface="Barlow"/>
              <a:cs typeface="Barlow"/>
              <a:sym typeface="Barlow"/>
            </a:endParaRPr>
          </a:p>
        </p:txBody>
      </p:sp>
      <p:sp>
        <p:nvSpPr>
          <p:cNvPr id="533" name="Google Shape;533;p41"/>
          <p:cNvSpPr txBox="1"/>
          <p:nvPr/>
        </p:nvSpPr>
        <p:spPr>
          <a:xfrm>
            <a:off x="4004400" y="786750"/>
            <a:ext cx="5355000" cy="38247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1"/>
              </a:buClr>
              <a:buSzPts val="2000"/>
              <a:buFont typeface="Arial"/>
              <a:buChar char="•"/>
            </a:pPr>
            <a:r>
              <a:rPr b="0" i="0" lang="en" sz="1400" u="none" cap="none" strike="noStrike">
                <a:solidFill>
                  <a:srgbClr val="000000"/>
                </a:solidFill>
                <a:latin typeface="Helvetica Neue"/>
                <a:ea typeface="Helvetica Neue"/>
                <a:cs typeface="Helvetica Neue"/>
                <a:sym typeface="Helvetica Neue"/>
              </a:rPr>
              <a:t>We have conducted an in-depth analysis on an NBA dataset to uncover the connection between Minutes and Points Scored  </a:t>
            </a:r>
            <a:r>
              <a:rPr b="0" i="0" lang="en" sz="1300" u="none" cap="none" strike="noStrike">
                <a:solidFill>
                  <a:srgbClr val="000000"/>
                </a:solidFill>
                <a:latin typeface="Helvetica Neue"/>
                <a:ea typeface="Helvetica Neue"/>
                <a:cs typeface="Helvetica Neue"/>
                <a:sym typeface="Helvetica Neue"/>
              </a:rPr>
              <a:t>.</a:t>
            </a:r>
            <a:r>
              <a:rPr b="1" i="0" lang="en" sz="1300" u="none" cap="none" strike="noStrike">
                <a:solidFill>
                  <a:srgbClr val="000000"/>
                </a:solidFill>
                <a:latin typeface="Helvetica Neue"/>
                <a:ea typeface="Helvetica Neue"/>
                <a:cs typeface="Helvetica Neue"/>
                <a:sym typeface="Helvetica Neue"/>
              </a:rPr>
              <a:t>This Analysis shows</a:t>
            </a:r>
            <a:endParaRPr b="1" i="0" sz="13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300"/>
              <a:buFont typeface="Arial"/>
              <a:buNone/>
            </a:pPr>
            <a:r>
              <a:t/>
            </a:r>
            <a:endParaRPr b="1" i="0" sz="1300" u="none" cap="none" strike="noStrike">
              <a:solidFill>
                <a:srgbClr val="000000"/>
              </a:solidFill>
              <a:latin typeface="Helvetica Neue"/>
              <a:ea typeface="Helvetica Neue"/>
              <a:cs typeface="Helvetica Neue"/>
              <a:sym typeface="Helvetica Neue"/>
            </a:endParaRPr>
          </a:p>
          <a:p>
            <a:pPr indent="-311150" lvl="0" marL="457200" marR="0" rtl="0" algn="l">
              <a:lnSpc>
                <a:spcPct val="100000"/>
              </a:lnSpc>
              <a:spcBef>
                <a:spcPts val="0"/>
              </a:spcBef>
              <a:spcAft>
                <a:spcPts val="0"/>
              </a:spcAft>
              <a:buClr>
                <a:srgbClr val="000000"/>
              </a:buClr>
              <a:buSzPts val="1300"/>
              <a:buFont typeface="Helvetica Neue"/>
              <a:buChar char="•"/>
            </a:pPr>
            <a:r>
              <a:rPr b="0" i="0" lang="en" sz="1300" u="none" cap="none" strike="noStrike">
                <a:solidFill>
                  <a:srgbClr val="000000"/>
                </a:solidFill>
                <a:latin typeface="Helvetica Neue"/>
                <a:ea typeface="Helvetica Neue"/>
                <a:cs typeface="Helvetica Neue"/>
                <a:sym typeface="Helvetica Neue"/>
              </a:rPr>
              <a:t>Performance Insight: This scatter plot illustrates the relationship between minutes played and points scored in basketball, offering insights into player performance.</a:t>
            </a:r>
            <a:endParaRPr b="0" i="0" sz="13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Helvetica Neue"/>
              <a:ea typeface="Helvetica Neue"/>
              <a:cs typeface="Helvetica Neue"/>
              <a:sym typeface="Helvetica Neue"/>
            </a:endParaRPr>
          </a:p>
          <a:p>
            <a:pPr indent="-311150" lvl="0" marL="457200" marR="0" rtl="0" algn="l">
              <a:lnSpc>
                <a:spcPct val="100000"/>
              </a:lnSpc>
              <a:spcBef>
                <a:spcPts val="0"/>
              </a:spcBef>
              <a:spcAft>
                <a:spcPts val="0"/>
              </a:spcAft>
              <a:buClr>
                <a:srgbClr val="000000"/>
              </a:buClr>
              <a:buSzPts val="1300"/>
              <a:buFont typeface="Helvetica Neue"/>
              <a:buChar char="•"/>
            </a:pPr>
            <a:r>
              <a:rPr b="0" i="0" lang="en" sz="1300" u="none" cap="none" strike="noStrike">
                <a:solidFill>
                  <a:srgbClr val="000000"/>
                </a:solidFill>
                <a:latin typeface="Helvetica Neue"/>
                <a:ea typeface="Helvetica Neue"/>
                <a:cs typeface="Helvetica Neue"/>
                <a:sym typeface="Helvetica Neue"/>
              </a:rPr>
              <a:t>Efficiency Analysis: we can identify who efficiently convert playing time into scoring output, especially those positioned in the upper right quadrant.</a:t>
            </a:r>
            <a:endParaRPr b="0" i="0" sz="13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Helvetica Neue"/>
              <a:ea typeface="Helvetica Neue"/>
              <a:cs typeface="Helvetica Neue"/>
              <a:sym typeface="Helvetica Neue"/>
            </a:endParaRPr>
          </a:p>
          <a:p>
            <a:pPr indent="-311150" lvl="0" marL="457200" marR="0" rtl="0" algn="l">
              <a:lnSpc>
                <a:spcPct val="100000"/>
              </a:lnSpc>
              <a:spcBef>
                <a:spcPts val="0"/>
              </a:spcBef>
              <a:spcAft>
                <a:spcPts val="0"/>
              </a:spcAft>
              <a:buClr>
                <a:srgbClr val="000000"/>
              </a:buClr>
              <a:buSzPts val="1300"/>
              <a:buFont typeface="Helvetica Neue"/>
              <a:buChar char="•"/>
            </a:pPr>
            <a:r>
              <a:rPr b="0" i="0" lang="en" sz="1300" u="none" cap="none" strike="noStrike">
                <a:solidFill>
                  <a:srgbClr val="000000"/>
                </a:solidFill>
                <a:latin typeface="Helvetica Neue"/>
                <a:ea typeface="Helvetica Neue"/>
                <a:cs typeface="Helvetica Neue"/>
                <a:sym typeface="Helvetica Neue"/>
              </a:rPr>
              <a:t>Strategic Decision-Making: Utilizing this visualization, we can make informed decisions regarding player rotation and game tactics to maximize scoring potential.</a:t>
            </a:r>
            <a:endParaRPr b="0" i="0" sz="13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1300"/>
              <a:buFont typeface="Arial"/>
              <a:buNone/>
            </a:pPr>
            <a:r>
              <a:t/>
            </a:r>
            <a:endParaRPr b="1" i="0" sz="1300" u="none" cap="none" strike="noStrike">
              <a:solidFill>
                <a:srgbClr val="000000"/>
              </a:solidFill>
              <a:latin typeface="Helvetica Neue"/>
              <a:ea typeface="Helvetica Neue"/>
              <a:cs typeface="Helvetica Neue"/>
              <a:sym typeface="Helvetica Neue"/>
            </a:endParaRPr>
          </a:p>
        </p:txBody>
      </p:sp>
      <p:sp>
        <p:nvSpPr>
          <p:cNvPr id="534" name="Google Shape;534;p41"/>
          <p:cNvSpPr txBox="1"/>
          <p:nvPr/>
        </p:nvSpPr>
        <p:spPr>
          <a:xfrm>
            <a:off x="1182246" y="4611481"/>
            <a:ext cx="3492600" cy="612900"/>
          </a:xfrm>
          <a:prstGeom prst="rect">
            <a:avLst/>
          </a:prstGeom>
          <a:noFill/>
          <a:ln>
            <a:noFill/>
          </a:ln>
        </p:spPr>
        <p:txBody>
          <a:bodyPr anchorCtr="0" anchor="t" bIns="91425" lIns="91425" spcFirstLastPara="1" rIns="91425" wrap="square" tIns="91425">
            <a:noAutofit/>
          </a:bodyPr>
          <a:lstStyle/>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2600"/>
              <a:buFont typeface="Poppins Black"/>
              <a:buNone/>
            </a:pP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r>
              <a:rPr b="1" i="0" lang="en" sz="2600" u="none" cap="none" strike="noStrike">
                <a:solidFill>
                  <a:srgbClr val="000000"/>
                </a:solidFill>
                <a:latin typeface="Helvetica Neue"/>
                <a:ea typeface="Helvetica Neue"/>
                <a:cs typeface="Helvetica Neue"/>
                <a:sym typeface="Helvetica Neue"/>
              </a:rPr>
              <a:t> </a:t>
            </a:r>
            <a:endParaRPr b="0" i="0" sz="2600" u="none" cap="none" strike="noStrike">
              <a:solidFill>
                <a:schemeClr val="dk1"/>
              </a:solidFill>
              <a:latin typeface="Poppins Black"/>
              <a:ea typeface="Poppins Black"/>
              <a:cs typeface="Poppins Black"/>
              <a:sym typeface="Poppins Black"/>
            </a:endParaRPr>
          </a:p>
        </p:txBody>
      </p:sp>
      <p:sp>
        <p:nvSpPr>
          <p:cNvPr id="535" name="Google Shape;535;p41"/>
          <p:cNvSpPr txBox="1"/>
          <p:nvPr/>
        </p:nvSpPr>
        <p:spPr>
          <a:xfrm>
            <a:off x="-2062598" y="3496123"/>
            <a:ext cx="7055100" cy="42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600"/>
              <a:buFont typeface="Poppins Black"/>
              <a:buNone/>
            </a:pPr>
            <a:r>
              <a:t/>
            </a:r>
            <a:endParaRPr b="0" i="0" sz="2600" u="none" cap="none" strike="noStrike">
              <a:solidFill>
                <a:schemeClr val="dk1"/>
              </a:solidFill>
              <a:latin typeface="Poppins Black"/>
              <a:ea typeface="Poppins Black"/>
              <a:cs typeface="Poppins Black"/>
              <a:sym typeface="Poppins Black"/>
            </a:endParaRPr>
          </a:p>
        </p:txBody>
      </p:sp>
      <p:pic>
        <p:nvPicPr>
          <p:cNvPr id="536" name="Google Shape;536;p41"/>
          <p:cNvPicPr preferRelativeResize="0"/>
          <p:nvPr/>
        </p:nvPicPr>
        <p:blipFill rotWithShape="1">
          <a:blip r:embed="rId3">
            <a:alphaModFix/>
          </a:blip>
          <a:srcRect b="0" l="0" r="0" t="0"/>
          <a:stretch/>
        </p:blipFill>
        <p:spPr>
          <a:xfrm>
            <a:off x="164400" y="1200500"/>
            <a:ext cx="3933949" cy="30317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42"/>
          <p:cNvSpPr txBox="1"/>
          <p:nvPr>
            <p:ph type="title"/>
          </p:nvPr>
        </p:nvSpPr>
        <p:spPr>
          <a:xfrm>
            <a:off x="360000" y="470425"/>
            <a:ext cx="8424000" cy="5559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1" lang="en" sz="1800">
                <a:solidFill>
                  <a:srgbClr val="000000"/>
                </a:solidFill>
                <a:latin typeface="Helvetica Neue"/>
                <a:ea typeface="Helvetica Neue"/>
                <a:cs typeface="Helvetica Neue"/>
                <a:sym typeface="Helvetica Neue"/>
              </a:rPr>
              <a:t>Analyzing Average Points per Game (PPG) by Position</a:t>
            </a:r>
            <a:br>
              <a:rPr b="1" i="0" lang="en" sz="1100">
                <a:solidFill>
                  <a:srgbClr val="000000"/>
                </a:solidFill>
                <a:latin typeface="Helvetica Neue"/>
                <a:ea typeface="Helvetica Neue"/>
                <a:cs typeface="Helvetica Neue"/>
                <a:sym typeface="Helvetica Neue"/>
              </a:rPr>
            </a:br>
            <a:br>
              <a:rPr b="1" i="0" lang="en" sz="1600">
                <a:solidFill>
                  <a:srgbClr val="000000"/>
                </a:solidFill>
                <a:latin typeface="Helvetica Neue"/>
                <a:ea typeface="Helvetica Neue"/>
                <a:cs typeface="Helvetica Neue"/>
                <a:sym typeface="Helvetica Neue"/>
              </a:rPr>
            </a:br>
            <a:br>
              <a:rPr b="1" i="0" lang="en" sz="1600">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br>
              <a:rPr b="1" i="0" lang="en">
                <a:solidFill>
                  <a:srgbClr val="000000"/>
                </a:solidFill>
                <a:latin typeface="Helvetica Neue"/>
                <a:ea typeface="Helvetica Neue"/>
                <a:cs typeface="Helvetica Neue"/>
                <a:sym typeface="Helvetica Neue"/>
              </a:rPr>
            </a:br>
            <a:endParaRPr/>
          </a:p>
        </p:txBody>
      </p:sp>
      <p:sp>
        <p:nvSpPr>
          <p:cNvPr id="542" name="Google Shape;542;p42"/>
          <p:cNvSpPr txBox="1"/>
          <p:nvPr/>
        </p:nvSpPr>
        <p:spPr>
          <a:xfrm>
            <a:off x="-1533719" y="3592842"/>
            <a:ext cx="1423500" cy="74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200"/>
              <a:buFont typeface="Barlow"/>
              <a:buNone/>
            </a:pPr>
            <a:r>
              <a:t/>
            </a:r>
            <a:endParaRPr b="0" i="0" sz="2000" u="none" cap="none" strike="noStrike">
              <a:solidFill>
                <a:srgbClr val="1E1313"/>
              </a:solidFill>
              <a:latin typeface="Barlow"/>
              <a:ea typeface="Barlow"/>
              <a:cs typeface="Barlow"/>
              <a:sym typeface="Barlow"/>
            </a:endParaRPr>
          </a:p>
        </p:txBody>
      </p:sp>
      <p:sp>
        <p:nvSpPr>
          <p:cNvPr id="543" name="Google Shape;543;p42"/>
          <p:cNvSpPr txBox="1"/>
          <p:nvPr/>
        </p:nvSpPr>
        <p:spPr>
          <a:xfrm>
            <a:off x="3933950" y="1026325"/>
            <a:ext cx="5210100" cy="36468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1"/>
              </a:buClr>
              <a:buSzPts val="2000"/>
              <a:buFont typeface="Arial"/>
              <a:buChar char="•"/>
            </a:pPr>
            <a:r>
              <a:rPr b="0" i="0" lang="en" sz="1400" u="none" cap="none" strike="noStrike">
                <a:solidFill>
                  <a:srgbClr val="000000"/>
                </a:solidFill>
                <a:latin typeface="Helvetica Neue"/>
                <a:ea typeface="Helvetica Neue"/>
                <a:cs typeface="Helvetica Neue"/>
                <a:sym typeface="Helvetica Neue"/>
              </a:rPr>
              <a:t>We have conducted an in-depth analysis on an NBA dataset to uncover the Average points per Game by position </a:t>
            </a:r>
            <a:r>
              <a:rPr b="0" i="0" lang="en" sz="1300" u="none" cap="none" strike="noStrike">
                <a:solidFill>
                  <a:srgbClr val="000000"/>
                </a:solidFill>
                <a:latin typeface="Helvetica Neue"/>
                <a:ea typeface="Helvetica Neue"/>
                <a:cs typeface="Helvetica Neue"/>
                <a:sym typeface="Helvetica Neue"/>
              </a:rPr>
              <a:t>.</a:t>
            </a:r>
            <a:r>
              <a:rPr b="1" i="0" lang="en" sz="1300" u="none" cap="none" strike="noStrike">
                <a:solidFill>
                  <a:srgbClr val="000000"/>
                </a:solidFill>
                <a:latin typeface="Helvetica Neue"/>
                <a:ea typeface="Helvetica Neue"/>
                <a:cs typeface="Helvetica Neue"/>
                <a:sym typeface="Helvetica Neue"/>
              </a:rPr>
              <a:t>This Analysis shows</a:t>
            </a:r>
            <a:endParaRPr b="1" i="0" sz="13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300"/>
              <a:buFont typeface="Arial"/>
              <a:buNone/>
            </a:pPr>
            <a:r>
              <a:t/>
            </a:r>
            <a:endParaRPr b="1" i="0" sz="1300" u="none" cap="none" strike="noStrike">
              <a:solidFill>
                <a:srgbClr val="000000"/>
              </a:solidFill>
              <a:latin typeface="Helvetica Neue"/>
              <a:ea typeface="Helvetica Neue"/>
              <a:cs typeface="Helvetica Neue"/>
              <a:sym typeface="Helvetica Neue"/>
            </a:endParaRPr>
          </a:p>
          <a:p>
            <a:pPr indent="-311150" lvl="0" marL="457200" marR="0" rtl="0" algn="l">
              <a:lnSpc>
                <a:spcPct val="100000"/>
              </a:lnSpc>
              <a:spcBef>
                <a:spcPts val="0"/>
              </a:spcBef>
              <a:spcAft>
                <a:spcPts val="0"/>
              </a:spcAft>
              <a:buClr>
                <a:srgbClr val="000000"/>
              </a:buClr>
              <a:buSzPts val="1300"/>
              <a:buFont typeface="Helvetica Neue"/>
              <a:buChar char="•"/>
            </a:pPr>
            <a:r>
              <a:rPr b="0" i="0" lang="en" sz="1300" u="none" cap="none" strike="noStrike">
                <a:solidFill>
                  <a:srgbClr val="000000"/>
                </a:solidFill>
                <a:latin typeface="Helvetica Neue"/>
                <a:ea typeface="Helvetica Neue"/>
                <a:cs typeface="Helvetica Neue"/>
                <a:sym typeface="Helvetica Neue"/>
              </a:rPr>
              <a:t>Positional Scoring Overview: This bar chart visualizes the average points per game (PPG) across different positions in basketball.</a:t>
            </a:r>
            <a:endParaRPr b="0" i="0" sz="13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Helvetica Neue"/>
              <a:ea typeface="Helvetica Neue"/>
              <a:cs typeface="Helvetica Neue"/>
              <a:sym typeface="Helvetica Neue"/>
            </a:endParaRPr>
          </a:p>
          <a:p>
            <a:pPr indent="-311150" lvl="0" marL="457200" marR="0" rtl="0" algn="l">
              <a:lnSpc>
                <a:spcPct val="100000"/>
              </a:lnSpc>
              <a:spcBef>
                <a:spcPts val="0"/>
              </a:spcBef>
              <a:spcAft>
                <a:spcPts val="0"/>
              </a:spcAft>
              <a:buClr>
                <a:srgbClr val="000000"/>
              </a:buClr>
              <a:buSzPts val="1300"/>
              <a:buFont typeface="Helvetica Neue"/>
              <a:buChar char="•"/>
            </a:pPr>
            <a:r>
              <a:rPr b="0" i="0" lang="en" sz="1300" u="none" cap="none" strike="noStrike">
                <a:solidFill>
                  <a:srgbClr val="000000"/>
                </a:solidFill>
                <a:latin typeface="Helvetica Neue"/>
                <a:ea typeface="Helvetica Neue"/>
                <a:cs typeface="Helvetica Neue"/>
                <a:sym typeface="Helvetica Neue"/>
              </a:rPr>
              <a:t>Positional Performance Comparison: By grouping players by position and calculating the mean PPG, we gain insights into the scoring tendencies of each position</a:t>
            </a:r>
            <a:endParaRPr b="0" i="0" sz="13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300"/>
              <a:buFont typeface="Arial"/>
              <a:buNone/>
            </a:pPr>
            <a:r>
              <a:rPr b="0" i="0" lang="en" sz="1300" u="none" cap="none" strike="noStrike">
                <a:solidFill>
                  <a:srgbClr val="000000"/>
                </a:solidFill>
                <a:latin typeface="Helvetica Neue"/>
                <a:ea typeface="Helvetica Neue"/>
                <a:cs typeface="Helvetica Neue"/>
                <a:sym typeface="Helvetica Neue"/>
              </a:rPr>
              <a:t>.</a:t>
            </a:r>
            <a:endParaRPr b="0" i="0" sz="1300" u="none" cap="none" strike="noStrike">
              <a:solidFill>
                <a:srgbClr val="000000"/>
              </a:solidFill>
              <a:latin typeface="Helvetica Neue"/>
              <a:ea typeface="Helvetica Neue"/>
              <a:cs typeface="Helvetica Neue"/>
              <a:sym typeface="Helvetica Neue"/>
            </a:endParaRPr>
          </a:p>
          <a:p>
            <a:pPr indent="-311150" lvl="0" marL="457200" marR="0" rtl="0" algn="l">
              <a:lnSpc>
                <a:spcPct val="100000"/>
              </a:lnSpc>
              <a:spcBef>
                <a:spcPts val="0"/>
              </a:spcBef>
              <a:spcAft>
                <a:spcPts val="0"/>
              </a:spcAft>
              <a:buClr>
                <a:srgbClr val="000000"/>
              </a:buClr>
              <a:buSzPts val="1300"/>
              <a:buFont typeface="Helvetica Neue"/>
              <a:buChar char="•"/>
            </a:pPr>
            <a:r>
              <a:rPr b="0" i="0" lang="en" sz="1300" u="none" cap="none" strike="noStrike">
                <a:solidFill>
                  <a:srgbClr val="000000"/>
                </a:solidFill>
                <a:latin typeface="Helvetica Neue"/>
                <a:ea typeface="Helvetica Neue"/>
                <a:cs typeface="Helvetica Neue"/>
                <a:sym typeface="Helvetica Neue"/>
              </a:rPr>
              <a:t>Strategic Insights: we can use this visualization to understand positional scoring strengths and weaknesses, informing lineup decisions and offensive strategies.</a:t>
            </a:r>
            <a:endParaRPr b="0" i="0" sz="1300" u="none" cap="none" strike="noStrike">
              <a:solidFill>
                <a:srgbClr val="000000"/>
              </a:solidFill>
              <a:latin typeface="Helvetica Neue"/>
              <a:ea typeface="Helvetica Neue"/>
              <a:cs typeface="Helvetica Neue"/>
              <a:sym typeface="Helvetica Neue"/>
            </a:endParaRPr>
          </a:p>
          <a:p>
            <a:pPr indent="0" lvl="0" marL="45720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Helvetica Neue"/>
              <a:ea typeface="Helvetica Neue"/>
              <a:cs typeface="Helvetica Neue"/>
              <a:sym typeface="Helvetica Neue"/>
            </a:endParaRPr>
          </a:p>
        </p:txBody>
      </p:sp>
      <p:sp>
        <p:nvSpPr>
          <p:cNvPr id="544" name="Google Shape;544;p42"/>
          <p:cNvSpPr txBox="1"/>
          <p:nvPr/>
        </p:nvSpPr>
        <p:spPr>
          <a:xfrm>
            <a:off x="1182246" y="4611481"/>
            <a:ext cx="3492600" cy="612900"/>
          </a:xfrm>
          <a:prstGeom prst="rect">
            <a:avLst/>
          </a:prstGeom>
          <a:noFill/>
          <a:ln>
            <a:noFill/>
          </a:ln>
        </p:spPr>
        <p:txBody>
          <a:bodyPr anchorCtr="0" anchor="t" bIns="91425" lIns="91425" spcFirstLastPara="1" rIns="91425" wrap="square" tIns="91425">
            <a:noAutofit/>
          </a:bodyPr>
          <a:lstStyle/>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120650" lvl="0" marL="285750" marR="0" rtl="0" algn="l">
              <a:lnSpc>
                <a:spcPct val="100000"/>
              </a:lnSpc>
              <a:spcBef>
                <a:spcPts val="0"/>
              </a:spcBef>
              <a:spcAft>
                <a:spcPts val="0"/>
              </a:spcAft>
              <a:buClr>
                <a:schemeClr val="dk1"/>
              </a:buClr>
              <a:buSzPts val="2600"/>
              <a:buFont typeface="Arial"/>
              <a:buNone/>
            </a:pPr>
            <a:r>
              <a:t/>
            </a:r>
            <a:endParaRPr b="0" i="0" sz="18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chemeClr val="dk1"/>
              </a:buClr>
              <a:buSzPts val="2600"/>
              <a:buFont typeface="Poppins Black"/>
              <a:buNone/>
            </a:pP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br>
              <a:rPr b="1" i="0" lang="en" sz="2600" u="none" cap="none" strike="noStrike">
                <a:solidFill>
                  <a:srgbClr val="000000"/>
                </a:solidFill>
                <a:latin typeface="Helvetica Neue"/>
                <a:ea typeface="Helvetica Neue"/>
                <a:cs typeface="Helvetica Neue"/>
                <a:sym typeface="Helvetica Neue"/>
              </a:rPr>
            </a:br>
            <a:r>
              <a:rPr b="1" i="0" lang="en" sz="2600" u="none" cap="none" strike="noStrike">
                <a:solidFill>
                  <a:srgbClr val="000000"/>
                </a:solidFill>
                <a:latin typeface="Helvetica Neue"/>
                <a:ea typeface="Helvetica Neue"/>
                <a:cs typeface="Helvetica Neue"/>
                <a:sym typeface="Helvetica Neue"/>
              </a:rPr>
              <a:t> </a:t>
            </a:r>
            <a:endParaRPr b="0" i="0" sz="2600" u="none" cap="none" strike="noStrike">
              <a:solidFill>
                <a:schemeClr val="dk1"/>
              </a:solidFill>
              <a:latin typeface="Poppins Black"/>
              <a:ea typeface="Poppins Black"/>
              <a:cs typeface="Poppins Black"/>
              <a:sym typeface="Poppins Black"/>
            </a:endParaRPr>
          </a:p>
        </p:txBody>
      </p:sp>
      <p:sp>
        <p:nvSpPr>
          <p:cNvPr id="545" name="Google Shape;545;p42"/>
          <p:cNvSpPr txBox="1"/>
          <p:nvPr/>
        </p:nvSpPr>
        <p:spPr>
          <a:xfrm>
            <a:off x="-2062598" y="3496123"/>
            <a:ext cx="7055100" cy="42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600"/>
              <a:buFont typeface="Poppins Black"/>
              <a:buNone/>
            </a:pPr>
            <a:r>
              <a:t/>
            </a:r>
            <a:endParaRPr b="0" i="0" sz="2600" u="none" cap="none" strike="noStrike">
              <a:solidFill>
                <a:schemeClr val="dk1"/>
              </a:solidFill>
              <a:latin typeface="Poppins Black"/>
              <a:ea typeface="Poppins Black"/>
              <a:cs typeface="Poppins Black"/>
              <a:sym typeface="Poppins Black"/>
            </a:endParaRPr>
          </a:p>
        </p:txBody>
      </p:sp>
      <p:sp>
        <p:nvSpPr>
          <p:cNvPr id="546" name="Google Shape;546;p42"/>
          <p:cNvSpPr txBox="1"/>
          <p:nvPr/>
        </p:nvSpPr>
        <p:spPr>
          <a:xfrm>
            <a:off x="-1614885" y="2979856"/>
            <a:ext cx="6137700" cy="494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2600"/>
              <a:buFont typeface="Poppins Black"/>
              <a:buNone/>
            </a:pPr>
            <a:r>
              <a:t/>
            </a:r>
            <a:endParaRPr b="0" i="0" sz="2600" u="none" cap="none" strike="noStrike">
              <a:solidFill>
                <a:schemeClr val="dk1"/>
              </a:solidFill>
              <a:latin typeface="Poppins Black"/>
              <a:ea typeface="Poppins Black"/>
              <a:cs typeface="Poppins Black"/>
              <a:sym typeface="Poppins Black"/>
            </a:endParaRPr>
          </a:p>
        </p:txBody>
      </p:sp>
      <p:pic>
        <p:nvPicPr>
          <p:cNvPr id="547" name="Google Shape;547;p42"/>
          <p:cNvPicPr preferRelativeResize="0"/>
          <p:nvPr/>
        </p:nvPicPr>
        <p:blipFill rotWithShape="1">
          <a:blip r:embed="rId3">
            <a:alphaModFix/>
          </a:blip>
          <a:srcRect b="0" l="0" r="0" t="0"/>
          <a:stretch/>
        </p:blipFill>
        <p:spPr>
          <a:xfrm>
            <a:off x="152400" y="1178725"/>
            <a:ext cx="3652376" cy="29243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3"/>
          <p:cNvSpPr txBox="1"/>
          <p:nvPr>
            <p:ph type="title"/>
          </p:nvPr>
        </p:nvSpPr>
        <p:spPr>
          <a:xfrm>
            <a:off x="720000" y="445025"/>
            <a:ext cx="7704000" cy="910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600"/>
              <a:buNone/>
            </a:pPr>
            <a:r>
              <a:rPr b="1" lang="en">
                <a:latin typeface="Helvetica Neue"/>
                <a:ea typeface="Helvetica Neue"/>
                <a:cs typeface="Helvetica Neue"/>
                <a:sym typeface="Helvetica Neue"/>
              </a:rPr>
              <a:t>Recommendation to further improve the dataset and Analysis</a:t>
            </a:r>
            <a:endParaRPr b="1">
              <a:latin typeface="Helvetica Neue"/>
              <a:ea typeface="Helvetica Neue"/>
              <a:cs typeface="Helvetica Neue"/>
              <a:sym typeface="Helvetica Neue"/>
            </a:endParaRPr>
          </a:p>
        </p:txBody>
      </p:sp>
      <p:sp>
        <p:nvSpPr>
          <p:cNvPr id="553" name="Google Shape;553;p43"/>
          <p:cNvSpPr txBox="1"/>
          <p:nvPr>
            <p:ph idx="2" type="subTitle"/>
          </p:nvPr>
        </p:nvSpPr>
        <p:spPr>
          <a:xfrm>
            <a:off x="795975" y="1613500"/>
            <a:ext cx="7551900" cy="26304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SzPts val="1200"/>
              <a:buNone/>
            </a:pPr>
            <a:r>
              <a:t/>
            </a:r>
            <a:endParaRPr>
              <a:latin typeface="Helvetica Neue"/>
              <a:ea typeface="Helvetica Neue"/>
              <a:cs typeface="Helvetica Neue"/>
              <a:sym typeface="Helvetica Neue"/>
            </a:endParaRPr>
          </a:p>
          <a:p>
            <a:pPr indent="-304800" lvl="0" marL="457200" rtl="0" algn="l">
              <a:lnSpc>
                <a:spcPct val="100000"/>
              </a:lnSpc>
              <a:spcBef>
                <a:spcPts val="0"/>
              </a:spcBef>
              <a:spcAft>
                <a:spcPts val="0"/>
              </a:spcAft>
              <a:buSzPts val="1200"/>
              <a:buFont typeface="Helvetica Neue"/>
              <a:buChar char="●"/>
            </a:pPr>
            <a:r>
              <a:rPr lang="en">
                <a:latin typeface="Helvetica Neue"/>
                <a:ea typeface="Helvetica Neue"/>
                <a:cs typeface="Helvetica Neue"/>
                <a:sym typeface="Helvetica Neue"/>
              </a:rPr>
              <a:t>Standardize Team Abbreviations: Ensure consistent team abbreviations across all seasons by mapping variations to a single format (e.g., "LAL" to "LALakers" and "LAC" to "LAClippers").</a:t>
            </a:r>
            <a:endParaRPr>
              <a:latin typeface="Helvetica Neue"/>
              <a:ea typeface="Helvetica Neue"/>
              <a:cs typeface="Helvetica Neue"/>
              <a:sym typeface="Helvetica Neue"/>
            </a:endParaRPr>
          </a:p>
          <a:p>
            <a:pPr indent="0" lvl="0" marL="457200" rtl="0" algn="l">
              <a:lnSpc>
                <a:spcPct val="100000"/>
              </a:lnSpc>
              <a:spcBef>
                <a:spcPts val="0"/>
              </a:spcBef>
              <a:spcAft>
                <a:spcPts val="0"/>
              </a:spcAft>
              <a:buSzPts val="1200"/>
              <a:buNone/>
            </a:pPr>
            <a:r>
              <a:t/>
            </a:r>
            <a:endParaRPr>
              <a:latin typeface="Helvetica Neue"/>
              <a:ea typeface="Helvetica Neue"/>
              <a:cs typeface="Helvetica Neue"/>
              <a:sym typeface="Helvetica Neue"/>
            </a:endParaRPr>
          </a:p>
          <a:p>
            <a:pPr indent="-304800" lvl="0" marL="457200" rtl="0" algn="l">
              <a:lnSpc>
                <a:spcPct val="100000"/>
              </a:lnSpc>
              <a:spcBef>
                <a:spcPts val="0"/>
              </a:spcBef>
              <a:spcAft>
                <a:spcPts val="0"/>
              </a:spcAft>
              <a:buSzPts val="1200"/>
              <a:buFont typeface="Helvetica Neue"/>
              <a:buChar char="●"/>
            </a:pPr>
            <a:r>
              <a:rPr lang="en">
                <a:latin typeface="Helvetica Neue"/>
                <a:ea typeface="Helvetica Neue"/>
                <a:cs typeface="Helvetica Neue"/>
                <a:sym typeface="Helvetica Neue"/>
              </a:rPr>
              <a:t>Include Player Salaries: Add player salary information to provide insights into contracts and team salary cap management, enhancing analysis.</a:t>
            </a:r>
            <a:endParaRPr>
              <a:latin typeface="Helvetica Neue"/>
              <a:ea typeface="Helvetica Neue"/>
              <a:cs typeface="Helvetica Neue"/>
              <a:sym typeface="Helvetica Neue"/>
            </a:endParaRPr>
          </a:p>
          <a:p>
            <a:pPr indent="0" lvl="0" marL="457200" rtl="0" algn="l">
              <a:lnSpc>
                <a:spcPct val="100000"/>
              </a:lnSpc>
              <a:spcBef>
                <a:spcPts val="0"/>
              </a:spcBef>
              <a:spcAft>
                <a:spcPts val="0"/>
              </a:spcAft>
              <a:buSzPts val="1200"/>
              <a:buNone/>
            </a:pPr>
            <a:r>
              <a:t/>
            </a:r>
            <a:endParaRPr>
              <a:latin typeface="Helvetica Neue"/>
              <a:ea typeface="Helvetica Neue"/>
              <a:cs typeface="Helvetica Neue"/>
              <a:sym typeface="Helvetica Neue"/>
            </a:endParaRPr>
          </a:p>
          <a:p>
            <a:pPr indent="-304800" lvl="0" marL="457200" rtl="0" algn="l">
              <a:lnSpc>
                <a:spcPct val="100000"/>
              </a:lnSpc>
              <a:spcBef>
                <a:spcPts val="0"/>
              </a:spcBef>
              <a:spcAft>
                <a:spcPts val="0"/>
              </a:spcAft>
              <a:buSzPts val="1200"/>
              <a:buFont typeface="Helvetica Neue"/>
              <a:buChar char="●"/>
            </a:pPr>
            <a:r>
              <a:rPr lang="en">
                <a:latin typeface="Helvetica Neue"/>
                <a:ea typeface="Helvetica Neue"/>
                <a:cs typeface="Helvetica Neue"/>
                <a:sym typeface="Helvetica Neue"/>
              </a:rPr>
              <a:t>Expand Player Biographical Data: Include birthplace, college attended, and NBA experience to enrich the dataset for deeper analysis of player backgrounds and careers.</a:t>
            </a:r>
            <a:endParaRPr>
              <a:latin typeface="Helvetica Neue"/>
              <a:ea typeface="Helvetica Neue"/>
              <a:cs typeface="Helvetica Neue"/>
              <a:sym typeface="Helvetica Neue"/>
            </a:endParaRPr>
          </a:p>
          <a:p>
            <a:pPr indent="0" lvl="0" marL="457200" rtl="0" algn="l">
              <a:lnSpc>
                <a:spcPct val="100000"/>
              </a:lnSpc>
              <a:spcBef>
                <a:spcPts val="0"/>
              </a:spcBef>
              <a:spcAft>
                <a:spcPts val="0"/>
              </a:spcAft>
              <a:buSzPts val="1200"/>
              <a:buNone/>
            </a:pPr>
            <a:r>
              <a:t/>
            </a:r>
            <a:endParaRPr>
              <a:latin typeface="Helvetica Neue"/>
              <a:ea typeface="Helvetica Neue"/>
              <a:cs typeface="Helvetica Neue"/>
              <a:sym typeface="Helvetica Neue"/>
            </a:endParaRPr>
          </a:p>
          <a:p>
            <a:pPr indent="-304800" lvl="0" marL="457200" rtl="0" algn="l">
              <a:lnSpc>
                <a:spcPct val="100000"/>
              </a:lnSpc>
              <a:spcBef>
                <a:spcPts val="0"/>
              </a:spcBef>
              <a:spcAft>
                <a:spcPts val="0"/>
              </a:spcAft>
              <a:buSzPts val="1200"/>
              <a:buFont typeface="Helvetica Neue"/>
              <a:buChar char="●"/>
            </a:pPr>
            <a:r>
              <a:rPr lang="en">
                <a:latin typeface="Helvetica Neue"/>
                <a:ea typeface="Helvetica Neue"/>
                <a:cs typeface="Helvetica Neue"/>
                <a:sym typeface="Helvetica Neue"/>
              </a:rPr>
              <a:t>Historical Team Performance: Include regular season standings, playoff results, and championship wins to provide context for player statistics and enable analysis of team success over time.</a:t>
            </a:r>
            <a:endParaRPr>
              <a:latin typeface="Helvetica Neue"/>
              <a:ea typeface="Helvetica Neue"/>
              <a:cs typeface="Helvetica Neue"/>
              <a:sym typeface="Helvetica Neue"/>
            </a:endParaRPr>
          </a:p>
          <a:p>
            <a:pPr indent="0" lvl="0" marL="457200" rtl="0" algn="l">
              <a:lnSpc>
                <a:spcPct val="100000"/>
              </a:lnSpc>
              <a:spcBef>
                <a:spcPts val="0"/>
              </a:spcBef>
              <a:spcAft>
                <a:spcPts val="0"/>
              </a:spcAft>
              <a:buSzPts val="1200"/>
              <a:buNone/>
            </a:pPr>
            <a:r>
              <a:t/>
            </a:r>
            <a:endParaRPr/>
          </a:p>
          <a:p>
            <a:pPr indent="0" lvl="0" marL="457200" rtl="0" algn="l">
              <a:lnSpc>
                <a:spcPct val="100000"/>
              </a:lnSpc>
              <a:spcBef>
                <a:spcPts val="0"/>
              </a:spcBef>
              <a:spcAft>
                <a:spcPts val="0"/>
              </a:spcAft>
              <a:buSzPts val="1200"/>
              <a:buNone/>
            </a:pPr>
            <a:r>
              <a:t/>
            </a:r>
            <a:endParaRPr/>
          </a:p>
          <a:p>
            <a:pPr indent="-228600" lvl="0" marL="457200" rtl="0" algn="l">
              <a:lnSpc>
                <a:spcPct val="100000"/>
              </a:lnSpc>
              <a:spcBef>
                <a:spcPts val="0"/>
              </a:spcBef>
              <a:spcAft>
                <a:spcPts val="0"/>
              </a:spcAft>
              <a:buSzPts val="1200"/>
              <a:buFont typeface="Arial"/>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4"/>
          <p:cNvSpPr txBox="1"/>
          <p:nvPr>
            <p:ph type="ctrTitle"/>
          </p:nvPr>
        </p:nvSpPr>
        <p:spPr>
          <a:xfrm>
            <a:off x="1394250" y="1346313"/>
            <a:ext cx="6355500" cy="16101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4300"/>
              <a:buNone/>
            </a:pPr>
            <a:r>
              <a:rPr lang="en"/>
              <a:t>Thank You!</a:t>
            </a:r>
            <a:endParaRPr/>
          </a:p>
        </p:txBody>
      </p:sp>
      <p:grpSp>
        <p:nvGrpSpPr>
          <p:cNvPr id="559" name="Google Shape;559;p44"/>
          <p:cNvGrpSpPr/>
          <p:nvPr/>
        </p:nvGrpSpPr>
        <p:grpSpPr>
          <a:xfrm rot="10800000">
            <a:off x="6662200" y="3637324"/>
            <a:ext cx="3537150" cy="626796"/>
            <a:chOff x="1199232" y="2120038"/>
            <a:chExt cx="4391793" cy="778339"/>
          </a:xfrm>
        </p:grpSpPr>
        <p:grpSp>
          <p:nvGrpSpPr>
            <p:cNvPr id="560" name="Google Shape;560;p44"/>
            <p:cNvGrpSpPr/>
            <p:nvPr/>
          </p:nvGrpSpPr>
          <p:grpSpPr>
            <a:xfrm>
              <a:off x="2227732" y="2577138"/>
              <a:ext cx="1945675" cy="56700"/>
              <a:chOff x="2227732" y="2661275"/>
              <a:chExt cx="1945675" cy="56700"/>
            </a:xfrm>
          </p:grpSpPr>
          <p:cxnSp>
            <p:nvCxnSpPr>
              <p:cNvPr id="561" name="Google Shape;561;p44"/>
              <p:cNvCxnSpPr/>
              <p:nvPr/>
            </p:nvCxnSpPr>
            <p:spPr>
              <a:xfrm>
                <a:off x="2227732" y="2689625"/>
                <a:ext cx="1896000" cy="0"/>
              </a:xfrm>
              <a:prstGeom prst="straightConnector1">
                <a:avLst/>
              </a:prstGeom>
              <a:noFill/>
              <a:ln cap="flat" cmpd="sng" w="9525">
                <a:solidFill>
                  <a:schemeClr val="dk1"/>
                </a:solidFill>
                <a:prstDash val="solid"/>
                <a:round/>
                <a:headEnd len="sm" w="sm" type="none"/>
                <a:tailEnd len="sm" w="sm" type="none"/>
              </a:ln>
            </p:spPr>
          </p:cxnSp>
          <p:sp>
            <p:nvSpPr>
              <p:cNvPr id="562" name="Google Shape;562;p44"/>
              <p:cNvSpPr/>
              <p:nvPr/>
            </p:nvSpPr>
            <p:spPr>
              <a:xfrm>
                <a:off x="4116707" y="266127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3" name="Google Shape;563;p44"/>
            <p:cNvGrpSpPr/>
            <p:nvPr/>
          </p:nvGrpSpPr>
          <p:grpSpPr>
            <a:xfrm>
              <a:off x="1943838" y="2729277"/>
              <a:ext cx="1938597" cy="169100"/>
              <a:chOff x="2216194" y="2593212"/>
              <a:chExt cx="4728285" cy="412439"/>
            </a:xfrm>
          </p:grpSpPr>
          <p:sp>
            <p:nvSpPr>
              <p:cNvPr id="564" name="Google Shape;564;p44"/>
              <p:cNvSpPr/>
              <p:nvPr/>
            </p:nvSpPr>
            <p:spPr>
              <a:xfrm>
                <a:off x="2216194" y="2593212"/>
                <a:ext cx="4593868" cy="355100"/>
              </a:xfrm>
              <a:custGeom>
                <a:rect b="b" l="l" r="r" t="t"/>
                <a:pathLst>
                  <a:path extrusionOk="0" h="5994" w="77550">
                    <a:moveTo>
                      <a:pt x="0" y="0"/>
                    </a:moveTo>
                    <a:lnTo>
                      <a:pt x="59202" y="0"/>
                    </a:lnTo>
                    <a:lnTo>
                      <a:pt x="65196" y="5994"/>
                    </a:lnTo>
                    <a:lnTo>
                      <a:pt x="77550" y="5994"/>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5" name="Google Shape;565;p44"/>
              <p:cNvSpPr/>
              <p:nvPr/>
            </p:nvSpPr>
            <p:spPr>
              <a:xfrm>
                <a:off x="6810079" y="2871251"/>
                <a:ext cx="134400" cy="13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6" name="Google Shape;566;p44"/>
            <p:cNvGrpSpPr/>
            <p:nvPr/>
          </p:nvGrpSpPr>
          <p:grpSpPr>
            <a:xfrm>
              <a:off x="1779150" y="2289288"/>
              <a:ext cx="3811875" cy="127112"/>
              <a:chOff x="1779150" y="2604263"/>
              <a:chExt cx="3811875" cy="127112"/>
            </a:xfrm>
          </p:grpSpPr>
          <p:sp>
            <p:nvSpPr>
              <p:cNvPr id="567" name="Google Shape;567;p44"/>
              <p:cNvSpPr/>
              <p:nvPr/>
            </p:nvSpPr>
            <p:spPr>
              <a:xfrm>
                <a:off x="1779150" y="2630450"/>
                <a:ext cx="3755175" cy="100925"/>
              </a:xfrm>
              <a:custGeom>
                <a:rect b="b" l="l" r="r" t="t"/>
                <a:pathLst>
                  <a:path extrusionOk="0" h="4037" w="150207">
                    <a:moveTo>
                      <a:pt x="0" y="4037"/>
                    </a:moveTo>
                    <a:lnTo>
                      <a:pt x="83176" y="4037"/>
                    </a:lnTo>
                    <a:lnTo>
                      <a:pt x="87213" y="0"/>
                    </a:lnTo>
                    <a:lnTo>
                      <a:pt x="150207"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8" name="Google Shape;568;p44"/>
              <p:cNvSpPr/>
              <p:nvPr/>
            </p:nvSpPr>
            <p:spPr>
              <a:xfrm>
                <a:off x="5534325" y="260426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69" name="Google Shape;569;p44"/>
            <p:cNvGrpSpPr/>
            <p:nvPr/>
          </p:nvGrpSpPr>
          <p:grpSpPr>
            <a:xfrm>
              <a:off x="1199232" y="2120038"/>
              <a:ext cx="3737650" cy="56700"/>
              <a:chOff x="1199232" y="2869225"/>
              <a:chExt cx="3737650" cy="56700"/>
            </a:xfrm>
          </p:grpSpPr>
          <p:cxnSp>
            <p:nvCxnSpPr>
              <p:cNvPr id="570" name="Google Shape;570;p44"/>
              <p:cNvCxnSpPr/>
              <p:nvPr/>
            </p:nvCxnSpPr>
            <p:spPr>
              <a:xfrm>
                <a:off x="1199232" y="2897575"/>
                <a:ext cx="3687900" cy="0"/>
              </a:xfrm>
              <a:prstGeom prst="straightConnector1">
                <a:avLst/>
              </a:prstGeom>
              <a:noFill/>
              <a:ln cap="flat" cmpd="sng" w="9525">
                <a:solidFill>
                  <a:schemeClr val="dk1"/>
                </a:solidFill>
                <a:prstDash val="solid"/>
                <a:round/>
                <a:headEnd len="sm" w="sm" type="none"/>
                <a:tailEnd len="sm" w="sm" type="none"/>
              </a:ln>
            </p:spPr>
          </p:cxnSp>
          <p:sp>
            <p:nvSpPr>
              <p:cNvPr id="571" name="Google Shape;571;p44"/>
              <p:cNvSpPr/>
              <p:nvPr/>
            </p:nvSpPr>
            <p:spPr>
              <a:xfrm>
                <a:off x="4880182"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572" name="Google Shape;572;p44"/>
          <p:cNvGrpSpPr/>
          <p:nvPr/>
        </p:nvGrpSpPr>
        <p:grpSpPr>
          <a:xfrm>
            <a:off x="-1696246" y="967904"/>
            <a:ext cx="3599787" cy="1044095"/>
            <a:chOff x="-1431671" y="656504"/>
            <a:chExt cx="3599787" cy="1044095"/>
          </a:xfrm>
        </p:grpSpPr>
        <p:grpSp>
          <p:nvGrpSpPr>
            <p:cNvPr id="573" name="Google Shape;573;p44"/>
            <p:cNvGrpSpPr/>
            <p:nvPr/>
          </p:nvGrpSpPr>
          <p:grpSpPr>
            <a:xfrm>
              <a:off x="-368508" y="1432892"/>
              <a:ext cx="1567047" cy="45661"/>
              <a:chOff x="1754675" y="2661275"/>
              <a:chExt cx="1945675" cy="56700"/>
            </a:xfrm>
          </p:grpSpPr>
          <p:cxnSp>
            <p:nvCxnSpPr>
              <p:cNvPr id="574" name="Google Shape;574;p44"/>
              <p:cNvCxnSpPr/>
              <p:nvPr/>
            </p:nvCxnSpPr>
            <p:spPr>
              <a:xfrm>
                <a:off x="1754675" y="2689625"/>
                <a:ext cx="1896000" cy="0"/>
              </a:xfrm>
              <a:prstGeom prst="straightConnector1">
                <a:avLst/>
              </a:prstGeom>
              <a:noFill/>
              <a:ln cap="flat" cmpd="sng" w="9525">
                <a:solidFill>
                  <a:schemeClr val="dk1"/>
                </a:solidFill>
                <a:prstDash val="solid"/>
                <a:round/>
                <a:headEnd len="sm" w="sm" type="none"/>
                <a:tailEnd len="sm" w="sm" type="none"/>
              </a:ln>
            </p:spPr>
          </p:cxnSp>
          <p:sp>
            <p:nvSpPr>
              <p:cNvPr id="575" name="Google Shape;575;p44"/>
              <p:cNvSpPr/>
              <p:nvPr/>
            </p:nvSpPr>
            <p:spPr>
              <a:xfrm>
                <a:off x="3643650" y="266127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6" name="Google Shape;576;p44"/>
            <p:cNvGrpSpPr/>
            <p:nvPr/>
          </p:nvGrpSpPr>
          <p:grpSpPr>
            <a:xfrm>
              <a:off x="-766480" y="1564412"/>
              <a:ext cx="1561280" cy="136187"/>
              <a:chOff x="1754675" y="2824000"/>
              <a:chExt cx="4728285" cy="412439"/>
            </a:xfrm>
          </p:grpSpPr>
          <p:sp>
            <p:nvSpPr>
              <p:cNvPr id="577" name="Google Shape;577;p44"/>
              <p:cNvSpPr/>
              <p:nvPr/>
            </p:nvSpPr>
            <p:spPr>
              <a:xfrm>
                <a:off x="1754675" y="2824000"/>
                <a:ext cx="4593868" cy="355100"/>
              </a:xfrm>
              <a:custGeom>
                <a:rect b="b" l="l" r="r" t="t"/>
                <a:pathLst>
                  <a:path extrusionOk="0" h="5994" w="77550">
                    <a:moveTo>
                      <a:pt x="0" y="0"/>
                    </a:moveTo>
                    <a:lnTo>
                      <a:pt x="59202" y="0"/>
                    </a:lnTo>
                    <a:lnTo>
                      <a:pt x="65196" y="5994"/>
                    </a:lnTo>
                    <a:lnTo>
                      <a:pt x="77550" y="5994"/>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44"/>
              <p:cNvSpPr/>
              <p:nvPr/>
            </p:nvSpPr>
            <p:spPr>
              <a:xfrm>
                <a:off x="6348560" y="3102039"/>
                <a:ext cx="134400" cy="13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79" name="Google Shape;579;p44"/>
            <p:cNvGrpSpPr/>
            <p:nvPr/>
          </p:nvGrpSpPr>
          <p:grpSpPr>
            <a:xfrm>
              <a:off x="-1431671" y="1201087"/>
              <a:ext cx="3070084" cy="102363"/>
              <a:chOff x="1779150" y="2604263"/>
              <a:chExt cx="3811875" cy="127112"/>
            </a:xfrm>
          </p:grpSpPr>
          <p:sp>
            <p:nvSpPr>
              <p:cNvPr id="580" name="Google Shape;580;p44"/>
              <p:cNvSpPr/>
              <p:nvPr/>
            </p:nvSpPr>
            <p:spPr>
              <a:xfrm>
                <a:off x="1779150" y="2630450"/>
                <a:ext cx="3755175" cy="100925"/>
              </a:xfrm>
              <a:custGeom>
                <a:rect b="b" l="l" r="r" t="t"/>
                <a:pathLst>
                  <a:path extrusionOk="0" h="4037" w="150207">
                    <a:moveTo>
                      <a:pt x="0" y="4037"/>
                    </a:moveTo>
                    <a:lnTo>
                      <a:pt x="83176" y="4037"/>
                    </a:lnTo>
                    <a:lnTo>
                      <a:pt x="87213" y="0"/>
                    </a:lnTo>
                    <a:lnTo>
                      <a:pt x="150207" y="0"/>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44"/>
              <p:cNvSpPr/>
              <p:nvPr/>
            </p:nvSpPr>
            <p:spPr>
              <a:xfrm>
                <a:off x="5534325" y="260426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2" name="Google Shape;582;p44"/>
            <p:cNvGrpSpPr/>
            <p:nvPr/>
          </p:nvGrpSpPr>
          <p:grpSpPr>
            <a:xfrm>
              <a:off x="-856941" y="773805"/>
              <a:ext cx="2877996" cy="223763"/>
              <a:chOff x="1748550" y="2064750"/>
              <a:chExt cx="3573375" cy="277863"/>
            </a:xfrm>
          </p:grpSpPr>
          <p:sp>
            <p:nvSpPr>
              <p:cNvPr id="583" name="Google Shape;583;p44"/>
              <p:cNvSpPr/>
              <p:nvPr/>
            </p:nvSpPr>
            <p:spPr>
              <a:xfrm>
                <a:off x="1748550" y="2064750"/>
                <a:ext cx="3516675" cy="253825"/>
              </a:xfrm>
              <a:custGeom>
                <a:rect b="b" l="l" r="r" t="t"/>
                <a:pathLst>
                  <a:path extrusionOk="0" h="10153" w="140667">
                    <a:moveTo>
                      <a:pt x="0" y="0"/>
                    </a:moveTo>
                    <a:lnTo>
                      <a:pt x="67520" y="0"/>
                    </a:lnTo>
                    <a:lnTo>
                      <a:pt x="77673" y="10153"/>
                    </a:lnTo>
                    <a:lnTo>
                      <a:pt x="140667" y="10153"/>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44"/>
              <p:cNvSpPr/>
              <p:nvPr/>
            </p:nvSpPr>
            <p:spPr>
              <a:xfrm>
                <a:off x="5265225" y="2285913"/>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5" name="Google Shape;585;p44"/>
            <p:cNvGrpSpPr/>
            <p:nvPr/>
          </p:nvGrpSpPr>
          <p:grpSpPr>
            <a:xfrm>
              <a:off x="-856958" y="656504"/>
              <a:ext cx="2430741" cy="185537"/>
              <a:chOff x="1748547" y="1392116"/>
              <a:chExt cx="5911958" cy="451312"/>
            </a:xfrm>
          </p:grpSpPr>
          <p:sp>
            <p:nvSpPr>
              <p:cNvPr id="586" name="Google Shape;586;p44"/>
              <p:cNvSpPr/>
              <p:nvPr/>
            </p:nvSpPr>
            <p:spPr>
              <a:xfrm>
                <a:off x="1748547" y="1392116"/>
                <a:ext cx="5793758" cy="395567"/>
              </a:xfrm>
              <a:custGeom>
                <a:rect b="b" l="l" r="r" t="t"/>
                <a:pathLst>
                  <a:path extrusionOk="0" h="7583" w="111066">
                    <a:moveTo>
                      <a:pt x="0" y="0"/>
                    </a:moveTo>
                    <a:lnTo>
                      <a:pt x="79263" y="0"/>
                    </a:lnTo>
                    <a:lnTo>
                      <a:pt x="86847" y="7583"/>
                    </a:lnTo>
                    <a:lnTo>
                      <a:pt x="111066" y="7583"/>
                    </a:lnTo>
                  </a:path>
                </a:pathLst>
              </a:custGeom>
              <a:no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7" name="Google Shape;587;p44"/>
              <p:cNvSpPr/>
              <p:nvPr/>
            </p:nvSpPr>
            <p:spPr>
              <a:xfrm>
                <a:off x="7542305" y="1725228"/>
                <a:ext cx="118200" cy="1182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88" name="Google Shape;588;p44"/>
            <p:cNvGrpSpPr/>
            <p:nvPr/>
          </p:nvGrpSpPr>
          <p:grpSpPr>
            <a:xfrm>
              <a:off x="-842187" y="1064790"/>
              <a:ext cx="3010303" cy="45661"/>
              <a:chOff x="1766900" y="2869225"/>
              <a:chExt cx="3737650" cy="56700"/>
            </a:xfrm>
          </p:grpSpPr>
          <p:cxnSp>
            <p:nvCxnSpPr>
              <p:cNvPr id="589" name="Google Shape;589;p44"/>
              <p:cNvCxnSpPr/>
              <p:nvPr/>
            </p:nvCxnSpPr>
            <p:spPr>
              <a:xfrm>
                <a:off x="1766900" y="2897575"/>
                <a:ext cx="3687900" cy="0"/>
              </a:xfrm>
              <a:prstGeom prst="straightConnector1">
                <a:avLst/>
              </a:prstGeom>
              <a:noFill/>
              <a:ln cap="flat" cmpd="sng" w="9525">
                <a:solidFill>
                  <a:schemeClr val="dk1"/>
                </a:solidFill>
                <a:prstDash val="solid"/>
                <a:round/>
                <a:headEnd len="sm" w="sm" type="none"/>
                <a:tailEnd len="sm" w="sm" type="none"/>
              </a:ln>
            </p:spPr>
          </p:cxnSp>
          <p:sp>
            <p:nvSpPr>
              <p:cNvPr id="590" name="Google Shape;590;p44"/>
              <p:cNvSpPr/>
              <p:nvPr/>
            </p:nvSpPr>
            <p:spPr>
              <a:xfrm>
                <a:off x="5447850" y="2869225"/>
                <a:ext cx="56700" cy="567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Data Analytics Strategy Toolkit by Slidesgo">
  <a:themeElements>
    <a:clrScheme name="Simple Light">
      <a:dk1>
        <a:srgbClr val="202331"/>
      </a:dk1>
      <a:lt1>
        <a:srgbClr val="F8F4F4"/>
      </a:lt1>
      <a:dk2>
        <a:srgbClr val="1BBBE9"/>
      </a:dk2>
      <a:lt2>
        <a:srgbClr val="2C7EC7"/>
      </a:lt2>
      <a:accent1>
        <a:srgbClr val="0B5394"/>
      </a:accent1>
      <a:accent2>
        <a:srgbClr val="FFFFFF"/>
      </a:accent2>
      <a:accent3>
        <a:srgbClr val="FFFFFF"/>
      </a:accent3>
      <a:accent4>
        <a:srgbClr val="FFFFFF"/>
      </a:accent4>
      <a:accent5>
        <a:srgbClr val="FFFFFF"/>
      </a:accent5>
      <a:accent6>
        <a:srgbClr val="FFFFFF"/>
      </a:accent6>
      <a:hlink>
        <a:srgbClr val="20233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